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4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536">
          <p15:clr>
            <a:srgbClr val="A4A3A4"/>
          </p15:clr>
        </p15:guide>
        <p15:guide id="2" pos="312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536" orient="horz"/>
        <p:guide pos="312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21" Type="http://schemas.openxmlformats.org/officeDocument/2006/relationships/slide" Target="slides/slide16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222d89d6229_0_3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g222d89d6229_0_3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g222d89d6229_0_3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g222d89d6229_0_3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g222d89d6229_0_3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g222d89d6229_0_3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g222d89d6229_0_2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g222d89d6229_0_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4" name="Google Shape;294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" name="Google Shape;302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7" name="Google Shape;307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" name="Google Shape;308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g222d89d6229_0_1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g222d89d6229_0_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" name="Google Shape;319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g222d89d6229_0_2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" name="Google Shape;325;g222d89d6229_0_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g222d89d6229_0_4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0" name="Google Shape;330;g222d89d6229_0_4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6" name="Google Shape;336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with Image">
  <p:cSld name="Title Slide with Image">
    <p:bg>
      <p:bgPr>
        <a:solidFill>
          <a:schemeClr val="accent6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2"/>
          <p:cNvSpPr txBox="1"/>
          <p:nvPr>
            <p:ph type="title"/>
          </p:nvPr>
        </p:nvSpPr>
        <p:spPr>
          <a:xfrm>
            <a:off x="1484764" y="1986926"/>
            <a:ext cx="5257793" cy="20574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16" name="Google Shape;16;p2"/>
          <p:cNvCxnSpPr/>
          <p:nvPr/>
        </p:nvCxnSpPr>
        <p:spPr>
          <a:xfrm>
            <a:off x="1509005" y="4172084"/>
            <a:ext cx="0" cy="760288"/>
          </a:xfrm>
          <a:prstGeom prst="straightConnector1">
            <a:avLst/>
          </a:prstGeom>
          <a:noFill/>
          <a:ln cap="flat" cmpd="sng" w="19050">
            <a:solidFill>
              <a:srgbClr val="D8440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descr="Click icon to add picture" id="17" name="Google Shape;17;p2"/>
          <p:cNvSpPr txBox="1"/>
          <p:nvPr>
            <p:ph idx="1" type="body"/>
          </p:nvPr>
        </p:nvSpPr>
        <p:spPr>
          <a:xfrm>
            <a:off x="1601366" y="4172084"/>
            <a:ext cx="1570612" cy="760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indent="-2921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Char char="•"/>
              <a:defRPr sz="1000"/>
            </a:lvl2pPr>
            <a:lvl3pPr indent="-28575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Char char="•"/>
              <a:defRPr sz="900"/>
            </a:lvl3pPr>
            <a:lvl4pPr indent="-2794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800"/>
              <a:buChar char="•"/>
              <a:defRPr sz="800"/>
            </a:lvl4pPr>
            <a:lvl5pPr indent="-2794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800"/>
              <a:buChar char="•"/>
              <a:defRPr sz="8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" name="Google Shape;18;p2"/>
          <p:cNvSpPr/>
          <p:nvPr>
            <p:ph idx="2" type="pic"/>
          </p:nvPr>
        </p:nvSpPr>
        <p:spPr>
          <a:xfrm>
            <a:off x="6742557" y="821836"/>
            <a:ext cx="4405503" cy="5066346"/>
          </a:xfrm>
          <a:prstGeom prst="rect">
            <a:avLst/>
          </a:prstGeom>
          <a:noFill/>
          <a:ln>
            <a:noFill/>
          </a:ln>
        </p:spPr>
      </p:sp>
      <p:sp>
        <p:nvSpPr>
          <p:cNvPr id="19" name="Google Shape;19;p2"/>
          <p:cNvSpPr/>
          <p:nvPr/>
        </p:nvSpPr>
        <p:spPr>
          <a:xfrm>
            <a:off x="7441324" y="5568778"/>
            <a:ext cx="829927" cy="949454"/>
          </a:xfrm>
          <a:custGeom>
            <a:rect b="b" l="l" r="r" t="t"/>
            <a:pathLst>
              <a:path extrusionOk="0" h="5032188" w="4398682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Mate"/>
              <a:ea typeface="Mate"/>
              <a:cs typeface="Mate"/>
              <a:sym typeface="Mate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pos="528">
          <p15:clr>
            <a:srgbClr val="FBAE40"/>
          </p15:clr>
        </p15:guide>
        <p15:guide id="2" orient="horz" pos="528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Agenda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3"/>
          <p:cNvSpPr txBox="1"/>
          <p:nvPr>
            <p:ph type="title"/>
          </p:nvPr>
        </p:nvSpPr>
        <p:spPr>
          <a:xfrm>
            <a:off x="512572" y="3435545"/>
            <a:ext cx="4253399" cy="17401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/>
          <p:nvPr/>
        </p:nvSpPr>
        <p:spPr>
          <a:xfrm>
            <a:off x="6282845" y="525294"/>
            <a:ext cx="1913128" cy="2140085"/>
          </a:xfrm>
          <a:custGeom>
            <a:rect b="b" l="l" r="r" t="t"/>
            <a:pathLst>
              <a:path extrusionOk="0" h="5032188" w="4387647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" name="Google Shape;23;p3"/>
          <p:cNvSpPr/>
          <p:nvPr/>
        </p:nvSpPr>
        <p:spPr>
          <a:xfrm>
            <a:off x="8375472" y="496110"/>
            <a:ext cx="1913128" cy="2159541"/>
          </a:xfrm>
          <a:custGeom>
            <a:rect b="b" l="l" r="r" t="t"/>
            <a:pathLst>
              <a:path extrusionOk="0" h="5032188" w="4387647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" name="Google Shape;24;p3"/>
          <p:cNvSpPr/>
          <p:nvPr/>
        </p:nvSpPr>
        <p:spPr>
          <a:xfrm>
            <a:off x="7328126" y="2310315"/>
            <a:ext cx="1913128" cy="2159541"/>
          </a:xfrm>
          <a:custGeom>
            <a:rect b="b" l="l" r="r" t="t"/>
            <a:pathLst>
              <a:path extrusionOk="0" h="5032188" w="4387647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" name="Google Shape;25;p3"/>
          <p:cNvSpPr/>
          <p:nvPr/>
        </p:nvSpPr>
        <p:spPr>
          <a:xfrm>
            <a:off x="8375472" y="4095335"/>
            <a:ext cx="1913128" cy="2159541"/>
          </a:xfrm>
          <a:custGeom>
            <a:rect b="b" l="l" r="r" t="t"/>
            <a:pathLst>
              <a:path extrusionOk="0" h="5032188" w="4387647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" name="Google Shape;26;p3"/>
          <p:cNvSpPr/>
          <p:nvPr/>
        </p:nvSpPr>
        <p:spPr>
          <a:xfrm>
            <a:off x="9403474" y="2310314"/>
            <a:ext cx="1913128" cy="2159541"/>
          </a:xfrm>
          <a:custGeom>
            <a:rect b="b" l="l" r="r" t="t"/>
            <a:pathLst>
              <a:path extrusionOk="0" h="5032188" w="4387647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Click icon to add picture" id="27" name="Google Shape;27;p3"/>
          <p:cNvSpPr txBox="1"/>
          <p:nvPr>
            <p:ph idx="1" type="body"/>
          </p:nvPr>
        </p:nvSpPr>
        <p:spPr>
          <a:xfrm>
            <a:off x="6274027" y="1076241"/>
            <a:ext cx="1913128" cy="105472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i="0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21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Char char="•"/>
              <a:defRPr sz="1000"/>
            </a:lvl2pPr>
            <a:lvl3pPr indent="-28575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Char char="•"/>
              <a:defRPr sz="900"/>
            </a:lvl3pPr>
            <a:lvl4pPr indent="-2794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800"/>
              <a:buChar char="•"/>
              <a:defRPr sz="800"/>
            </a:lvl4pPr>
            <a:lvl5pPr indent="-2794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800"/>
              <a:buChar char="•"/>
              <a:defRPr sz="8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descr="Click icon to add picture" id="28" name="Google Shape;28;p3"/>
          <p:cNvSpPr txBox="1"/>
          <p:nvPr>
            <p:ph idx="2" type="body"/>
          </p:nvPr>
        </p:nvSpPr>
        <p:spPr>
          <a:xfrm>
            <a:off x="8375472" y="1076241"/>
            <a:ext cx="1904890" cy="1054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113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i="0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21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Char char="•"/>
              <a:defRPr sz="1000"/>
            </a:lvl2pPr>
            <a:lvl3pPr indent="-28575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Char char="•"/>
              <a:defRPr sz="900"/>
            </a:lvl3pPr>
            <a:lvl4pPr indent="-2794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800"/>
              <a:buChar char="•"/>
              <a:defRPr sz="800"/>
            </a:lvl4pPr>
            <a:lvl5pPr indent="-2794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800"/>
              <a:buChar char="•"/>
              <a:defRPr sz="8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descr="Click icon to add picture" id="29" name="Google Shape;29;p3"/>
          <p:cNvSpPr txBox="1"/>
          <p:nvPr>
            <p:ph idx="3" type="body"/>
          </p:nvPr>
        </p:nvSpPr>
        <p:spPr>
          <a:xfrm>
            <a:off x="7321949" y="2844725"/>
            <a:ext cx="1914694" cy="108919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113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i="0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21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Char char="•"/>
              <a:defRPr sz="1000"/>
            </a:lvl2pPr>
            <a:lvl3pPr indent="-28575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Char char="•"/>
              <a:defRPr sz="900"/>
            </a:lvl3pPr>
            <a:lvl4pPr indent="-2794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800"/>
              <a:buChar char="•"/>
              <a:defRPr sz="800"/>
            </a:lvl4pPr>
            <a:lvl5pPr indent="-2794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800"/>
              <a:buChar char="•"/>
              <a:defRPr sz="8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descr="Click icon to add picture" id="30" name="Google Shape;30;p3"/>
          <p:cNvSpPr txBox="1"/>
          <p:nvPr>
            <p:ph idx="4" type="body"/>
          </p:nvPr>
        </p:nvSpPr>
        <p:spPr>
          <a:xfrm>
            <a:off x="9409651" y="2826795"/>
            <a:ext cx="1913128" cy="11071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113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i="0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21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Char char="•"/>
              <a:defRPr sz="1000"/>
            </a:lvl2pPr>
            <a:lvl3pPr indent="-28575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Char char="•"/>
              <a:defRPr sz="900"/>
            </a:lvl3pPr>
            <a:lvl4pPr indent="-2794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800"/>
              <a:buChar char="•"/>
              <a:defRPr sz="800"/>
            </a:lvl4pPr>
            <a:lvl5pPr indent="-2794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800"/>
              <a:buChar char="•"/>
              <a:defRPr sz="8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descr="Click icon to add picture" id="31" name="Google Shape;31;p3"/>
          <p:cNvSpPr txBox="1"/>
          <p:nvPr>
            <p:ph idx="5" type="body"/>
          </p:nvPr>
        </p:nvSpPr>
        <p:spPr>
          <a:xfrm>
            <a:off x="8367234" y="4631270"/>
            <a:ext cx="1913128" cy="107568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113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i="0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21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Char char="•"/>
              <a:defRPr sz="1000"/>
            </a:lvl2pPr>
            <a:lvl3pPr indent="-28575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Char char="•"/>
              <a:defRPr sz="900"/>
            </a:lvl3pPr>
            <a:lvl4pPr indent="-2794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800"/>
              <a:buChar char="•"/>
              <a:defRPr sz="800"/>
            </a:lvl4pPr>
            <a:lvl5pPr indent="-2794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800"/>
              <a:buChar char="•"/>
              <a:defRPr sz="8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3"/>
          <p:cNvSpPr/>
          <p:nvPr/>
        </p:nvSpPr>
        <p:spPr>
          <a:xfrm>
            <a:off x="630971" y="606175"/>
            <a:ext cx="1913128" cy="2140085"/>
          </a:xfrm>
          <a:custGeom>
            <a:rect b="b" l="l" r="r" t="t"/>
            <a:pathLst>
              <a:path extrusionOk="0" h="5032188" w="4387647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cap="flat" cmpd="sng" w="19050">
            <a:solidFill>
              <a:srgbClr val="AEABA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" name="Google Shape;33;p3"/>
          <p:cNvSpPr/>
          <p:nvPr/>
        </p:nvSpPr>
        <p:spPr>
          <a:xfrm>
            <a:off x="10460480" y="505838"/>
            <a:ext cx="1731521" cy="2159541"/>
          </a:xfrm>
          <a:custGeom>
            <a:rect b="b" l="l" r="r" t="t"/>
            <a:pathLst>
              <a:path extrusionOk="0" h="2159541" w="1731521">
                <a:moveTo>
                  <a:pt x="953758" y="0"/>
                </a:moveTo>
                <a:lnTo>
                  <a:pt x="1731521" y="438909"/>
                </a:lnTo>
                <a:lnTo>
                  <a:pt x="1731521" y="1724628"/>
                </a:lnTo>
                <a:lnTo>
                  <a:pt x="956364" y="2159541"/>
                </a:lnTo>
                <a:lnTo>
                  <a:pt x="0" y="1623503"/>
                </a:lnTo>
                <a:lnTo>
                  <a:pt x="0" y="543733"/>
                </a:lnTo>
                <a:close/>
              </a:path>
            </a:pathLst>
          </a:custGeom>
          <a:noFill/>
          <a:ln cap="flat" cmpd="sng" w="19050">
            <a:solidFill>
              <a:srgbClr val="AEABA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" name="Google Shape;34;p3"/>
          <p:cNvSpPr/>
          <p:nvPr/>
        </p:nvSpPr>
        <p:spPr>
          <a:xfrm>
            <a:off x="11498097" y="2436654"/>
            <a:ext cx="698022" cy="1868948"/>
          </a:xfrm>
          <a:custGeom>
            <a:rect b="b" l="l" r="r" t="t"/>
            <a:pathLst>
              <a:path extrusionOk="0" h="1868948" w="698022">
                <a:moveTo>
                  <a:pt x="698022" y="0"/>
                </a:moveTo>
                <a:lnTo>
                  <a:pt x="698022" y="1868948"/>
                </a:lnTo>
                <a:lnTo>
                  <a:pt x="0" y="1477709"/>
                </a:lnTo>
                <a:lnTo>
                  <a:pt x="0" y="397939"/>
                </a:lnTo>
                <a:close/>
              </a:path>
            </a:pathLst>
          </a:custGeom>
          <a:noFill/>
          <a:ln cap="flat" cmpd="sng" w="19050">
            <a:solidFill>
              <a:srgbClr val="AEABA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" name="Google Shape;35;p3"/>
          <p:cNvSpPr/>
          <p:nvPr/>
        </p:nvSpPr>
        <p:spPr>
          <a:xfrm>
            <a:off x="10460480" y="4114794"/>
            <a:ext cx="1731521" cy="2159541"/>
          </a:xfrm>
          <a:custGeom>
            <a:rect b="b" l="l" r="r" t="t"/>
            <a:pathLst>
              <a:path extrusionOk="0" h="2159541" w="1731521">
                <a:moveTo>
                  <a:pt x="953758" y="0"/>
                </a:moveTo>
                <a:lnTo>
                  <a:pt x="1731521" y="438909"/>
                </a:lnTo>
                <a:lnTo>
                  <a:pt x="1731521" y="1724629"/>
                </a:lnTo>
                <a:lnTo>
                  <a:pt x="956364" y="2159541"/>
                </a:lnTo>
                <a:lnTo>
                  <a:pt x="0" y="1623503"/>
                </a:lnTo>
                <a:lnTo>
                  <a:pt x="0" y="543733"/>
                </a:lnTo>
                <a:close/>
              </a:path>
            </a:pathLst>
          </a:custGeom>
          <a:noFill/>
          <a:ln cap="flat" cmpd="sng" w="19050">
            <a:solidFill>
              <a:srgbClr val="AEABA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" name="Google Shape;36;p3"/>
          <p:cNvSpPr/>
          <p:nvPr/>
        </p:nvSpPr>
        <p:spPr>
          <a:xfrm>
            <a:off x="5252937" y="2290859"/>
            <a:ext cx="1913128" cy="2159541"/>
          </a:xfrm>
          <a:custGeom>
            <a:rect b="b" l="l" r="r" t="t"/>
            <a:pathLst>
              <a:path extrusionOk="0" h="5032188" w="4387647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cap="flat" cmpd="sng" w="19050">
            <a:solidFill>
              <a:srgbClr val="AEABA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3"/>
          <p:cNvSpPr/>
          <p:nvPr/>
        </p:nvSpPr>
        <p:spPr>
          <a:xfrm>
            <a:off x="6310033" y="4056424"/>
            <a:ext cx="1913128" cy="2159541"/>
          </a:xfrm>
          <a:custGeom>
            <a:rect b="b" l="l" r="r" t="t"/>
            <a:pathLst>
              <a:path extrusionOk="0" h="5032188" w="4387647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cap="flat" cmpd="sng" w="19050">
            <a:solidFill>
              <a:srgbClr val="AEABA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" name="Google Shape;38;p3"/>
          <p:cNvSpPr txBox="1"/>
          <p:nvPr>
            <p:ph idx="11" type="ftr"/>
          </p:nvPr>
        </p:nvSpPr>
        <p:spPr>
          <a:xfrm>
            <a:off x="484632" y="621792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3"/>
          <p:cNvSpPr txBox="1"/>
          <p:nvPr>
            <p:ph idx="12" type="sldNum"/>
          </p:nvPr>
        </p:nvSpPr>
        <p:spPr>
          <a:xfrm>
            <a:off x="11194169" y="6217920"/>
            <a:ext cx="45859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528">
          <p15:clr>
            <a:srgbClr val="FBAE40"/>
          </p15:clr>
        </p15:guide>
        <p15:guide id="2" pos="504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自定义版式">
  <p:cSld name="1_自定义版式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4"/>
          <p:cNvSpPr txBox="1"/>
          <p:nvPr>
            <p:ph type="title"/>
          </p:nvPr>
        </p:nvSpPr>
        <p:spPr>
          <a:xfrm>
            <a:off x="509574" y="2096892"/>
            <a:ext cx="5117162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4"/>
          <p:cNvSpPr txBox="1"/>
          <p:nvPr>
            <p:ph idx="1" type="body"/>
          </p:nvPr>
        </p:nvSpPr>
        <p:spPr>
          <a:xfrm>
            <a:off x="509574" y="3435546"/>
            <a:ext cx="4260180" cy="12945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b="0" sz="15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21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Char char="•"/>
              <a:defRPr sz="1000"/>
            </a:lvl2pPr>
            <a:lvl3pPr indent="-28575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Char char="•"/>
              <a:defRPr sz="900"/>
            </a:lvl3pPr>
            <a:lvl4pPr indent="-2794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800"/>
              <a:buChar char="•"/>
              <a:defRPr sz="800"/>
            </a:lvl4pPr>
            <a:lvl5pPr indent="-2794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800"/>
              <a:buChar char="•"/>
              <a:defRPr sz="8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3" name="Google Shape;43;p4"/>
          <p:cNvSpPr/>
          <p:nvPr>
            <p:ph idx="2" type="pic"/>
          </p:nvPr>
        </p:nvSpPr>
        <p:spPr>
          <a:xfrm>
            <a:off x="5745001" y="0"/>
            <a:ext cx="6446999" cy="6858000"/>
          </a:xfrm>
          <a:prstGeom prst="rect">
            <a:avLst/>
          </a:prstGeom>
          <a:noFill/>
          <a:ln>
            <a:noFill/>
          </a:ln>
        </p:spPr>
      </p:sp>
      <p:sp>
        <p:nvSpPr>
          <p:cNvPr id="44" name="Google Shape;44;p4"/>
          <p:cNvSpPr txBox="1"/>
          <p:nvPr>
            <p:ph idx="11" type="ftr"/>
          </p:nvPr>
        </p:nvSpPr>
        <p:spPr>
          <a:xfrm>
            <a:off x="484632" y="621792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4"/>
          <p:cNvSpPr txBox="1"/>
          <p:nvPr>
            <p:ph idx="12" type="sldNum"/>
          </p:nvPr>
        </p:nvSpPr>
        <p:spPr>
          <a:xfrm>
            <a:off x="11194169" y="6217920"/>
            <a:ext cx="45859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5"/>
          <p:cNvSpPr txBox="1"/>
          <p:nvPr>
            <p:ph type="title"/>
          </p:nvPr>
        </p:nvSpPr>
        <p:spPr>
          <a:xfrm>
            <a:off x="6710510" y="2016579"/>
            <a:ext cx="4441188" cy="277585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5"/>
          <p:cNvSpPr/>
          <p:nvPr/>
        </p:nvSpPr>
        <p:spPr>
          <a:xfrm rot="5400000">
            <a:off x="1308232" y="2004972"/>
            <a:ext cx="3593592" cy="2880360"/>
          </a:xfrm>
          <a:prstGeom prst="hexagon">
            <a:avLst>
              <a:gd fmla="val 31211" name="adj"/>
              <a:gd fmla="val 115470" name="vf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Click icon to add picture" id="49" name="Google Shape;49;p5"/>
          <p:cNvSpPr txBox="1"/>
          <p:nvPr>
            <p:ph idx="1" type="body"/>
          </p:nvPr>
        </p:nvSpPr>
        <p:spPr>
          <a:xfrm>
            <a:off x="2319235" y="2911781"/>
            <a:ext cx="1570612" cy="10708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113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b="1" sz="1800" cap="none">
                <a:solidFill>
                  <a:schemeClr val="dk2"/>
                </a:solidFill>
              </a:defRPr>
            </a:lvl1pPr>
            <a:lvl2pPr indent="-2921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Char char="•"/>
              <a:defRPr sz="1000"/>
            </a:lvl2pPr>
            <a:lvl3pPr indent="-28575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Char char="•"/>
              <a:defRPr sz="900"/>
            </a:lvl3pPr>
            <a:lvl4pPr indent="-2794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800"/>
              <a:buChar char="•"/>
              <a:defRPr sz="800"/>
            </a:lvl4pPr>
            <a:lvl5pPr indent="-2794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800"/>
              <a:buChar char="•"/>
              <a:defRPr sz="8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0" name="Google Shape;50;p5"/>
          <p:cNvSpPr/>
          <p:nvPr>
            <p:ph idx="2" type="pic"/>
          </p:nvPr>
        </p:nvSpPr>
        <p:spPr>
          <a:xfrm>
            <a:off x="581710" y="555648"/>
            <a:ext cx="5045662" cy="5783096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6"/>
          <p:cNvSpPr txBox="1"/>
          <p:nvPr>
            <p:ph type="title"/>
          </p:nvPr>
        </p:nvSpPr>
        <p:spPr>
          <a:xfrm>
            <a:off x="587829" y="507076"/>
            <a:ext cx="10515600" cy="111543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6"/>
          <p:cNvSpPr/>
          <p:nvPr>
            <p:ph idx="2" type="chart"/>
          </p:nvPr>
        </p:nvSpPr>
        <p:spPr>
          <a:xfrm>
            <a:off x="587829" y="1622510"/>
            <a:ext cx="10889796" cy="415575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4" name="Google Shape;54;p6"/>
          <p:cNvSpPr txBox="1"/>
          <p:nvPr>
            <p:ph idx="11" type="ftr"/>
          </p:nvPr>
        </p:nvSpPr>
        <p:spPr>
          <a:xfrm>
            <a:off x="484632" y="621792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6"/>
          <p:cNvSpPr txBox="1"/>
          <p:nvPr>
            <p:ph idx="12" type="sldNum"/>
          </p:nvPr>
        </p:nvSpPr>
        <p:spPr>
          <a:xfrm>
            <a:off x="11194169" y="6217920"/>
            <a:ext cx="45859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 with design">
  <p:cSld name="Title and Content with design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7"/>
          <p:cNvSpPr txBox="1"/>
          <p:nvPr>
            <p:ph type="title"/>
          </p:nvPr>
        </p:nvSpPr>
        <p:spPr>
          <a:xfrm>
            <a:off x="581709" y="721538"/>
            <a:ext cx="10889796" cy="14189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7"/>
          <p:cNvSpPr/>
          <p:nvPr>
            <p:ph idx="2" type="tbl"/>
          </p:nvPr>
        </p:nvSpPr>
        <p:spPr>
          <a:xfrm>
            <a:off x="581709" y="1614198"/>
            <a:ext cx="10889796" cy="43178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9" name="Google Shape;59;p7"/>
          <p:cNvSpPr/>
          <p:nvPr/>
        </p:nvSpPr>
        <p:spPr>
          <a:xfrm>
            <a:off x="10551278" y="4665388"/>
            <a:ext cx="603952" cy="681742"/>
          </a:xfrm>
          <a:custGeom>
            <a:rect b="b" l="l" r="r" t="t"/>
            <a:pathLst>
              <a:path extrusionOk="0" h="5032188" w="4387647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rgbClr val="ADC0D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" name="Google Shape;60;p7"/>
          <p:cNvSpPr/>
          <p:nvPr/>
        </p:nvSpPr>
        <p:spPr>
          <a:xfrm>
            <a:off x="10524774" y="5146146"/>
            <a:ext cx="1667226" cy="1711855"/>
          </a:xfrm>
          <a:custGeom>
            <a:rect b="b" l="l" r="r" t="t"/>
            <a:pathLst>
              <a:path extrusionOk="0" h="1711855" w="1667226">
                <a:moveTo>
                  <a:pt x="998834" y="0"/>
                </a:moveTo>
                <a:lnTo>
                  <a:pt x="1667226" y="373790"/>
                </a:lnTo>
                <a:lnTo>
                  <a:pt x="1667226" y="1711855"/>
                </a:lnTo>
                <a:lnTo>
                  <a:pt x="48502" y="1711855"/>
                </a:lnTo>
                <a:lnTo>
                  <a:pt x="0" y="1684915"/>
                </a:lnTo>
                <a:lnTo>
                  <a:pt x="0" y="564300"/>
                </a:lnTo>
                <a:close/>
              </a:path>
            </a:pathLst>
          </a:custGeom>
          <a:noFill/>
          <a:ln cap="flat" cmpd="sng" w="1905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" name="Google Shape;61;p7"/>
          <p:cNvSpPr/>
          <p:nvPr/>
        </p:nvSpPr>
        <p:spPr>
          <a:xfrm>
            <a:off x="10177285" y="5347130"/>
            <a:ext cx="748554" cy="856361"/>
          </a:xfrm>
          <a:custGeom>
            <a:rect b="b" l="l" r="r" t="t"/>
            <a:pathLst>
              <a:path extrusionOk="0" h="5032188" w="4398682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Mate"/>
              <a:ea typeface="Mate"/>
              <a:cs typeface="Mate"/>
              <a:sym typeface="Mate"/>
            </a:endParaRPr>
          </a:p>
        </p:txBody>
      </p:sp>
      <p:sp>
        <p:nvSpPr>
          <p:cNvPr id="62" name="Google Shape;62;p7"/>
          <p:cNvSpPr txBox="1"/>
          <p:nvPr>
            <p:ph idx="11" type="ftr"/>
          </p:nvPr>
        </p:nvSpPr>
        <p:spPr>
          <a:xfrm>
            <a:off x="484632" y="621792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7"/>
          <p:cNvSpPr txBox="1"/>
          <p:nvPr>
            <p:ph idx="12" type="sldNum"/>
          </p:nvPr>
        </p:nvSpPr>
        <p:spPr>
          <a:xfrm>
            <a:off x="11194169" y="6217920"/>
            <a:ext cx="45859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">
  <p:cSld name="Quote 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8"/>
          <p:cNvSpPr txBox="1"/>
          <p:nvPr>
            <p:ph type="title"/>
          </p:nvPr>
        </p:nvSpPr>
        <p:spPr>
          <a:xfrm>
            <a:off x="6099079" y="1856195"/>
            <a:ext cx="4518122" cy="168890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Arial"/>
              <a:buNone/>
              <a:defRPr sz="2700"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8"/>
          <p:cNvSpPr txBox="1"/>
          <p:nvPr>
            <p:ph idx="1" type="body"/>
          </p:nvPr>
        </p:nvSpPr>
        <p:spPr>
          <a:xfrm>
            <a:off x="6095999" y="3695015"/>
            <a:ext cx="4672693" cy="168890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500"/>
              <a:buNone/>
              <a:defRPr b="0" sz="15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21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Char char="•"/>
              <a:defRPr sz="1000"/>
            </a:lvl2pPr>
            <a:lvl3pPr indent="-28575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Char char="•"/>
              <a:defRPr sz="900"/>
            </a:lvl3pPr>
            <a:lvl4pPr indent="-2794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800"/>
              <a:buChar char="•"/>
              <a:defRPr sz="800"/>
            </a:lvl4pPr>
            <a:lvl5pPr indent="-2794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800"/>
              <a:buChar char="•"/>
              <a:defRPr sz="8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7" name="Google Shape;67;p8"/>
          <p:cNvSpPr/>
          <p:nvPr/>
        </p:nvSpPr>
        <p:spPr>
          <a:xfrm>
            <a:off x="3843559" y="722518"/>
            <a:ext cx="1244907" cy="1405252"/>
          </a:xfrm>
          <a:custGeom>
            <a:rect b="b" l="l" r="r" t="t"/>
            <a:pathLst>
              <a:path extrusionOk="0" h="5032188" w="4387647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rgbClr val="ADC0D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8"/>
          <p:cNvSpPr/>
          <p:nvPr/>
        </p:nvSpPr>
        <p:spPr>
          <a:xfrm>
            <a:off x="1223929" y="1436914"/>
            <a:ext cx="2857005" cy="3269776"/>
          </a:xfrm>
          <a:custGeom>
            <a:rect b="b" l="l" r="r" t="t"/>
            <a:pathLst>
              <a:path extrusionOk="0" h="5032188" w="4387647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8"/>
          <p:cNvSpPr/>
          <p:nvPr/>
        </p:nvSpPr>
        <p:spPr>
          <a:xfrm>
            <a:off x="758702" y="3457554"/>
            <a:ext cx="1208037" cy="1381756"/>
          </a:xfrm>
          <a:custGeom>
            <a:rect b="b" l="l" r="r" t="t"/>
            <a:pathLst>
              <a:path extrusionOk="0" h="5032188" w="4387647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cap="flat" cmpd="sng" w="1905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8"/>
          <p:cNvSpPr/>
          <p:nvPr/>
        </p:nvSpPr>
        <p:spPr>
          <a:xfrm>
            <a:off x="2917915" y="4662164"/>
            <a:ext cx="663381" cy="758922"/>
          </a:xfrm>
          <a:custGeom>
            <a:rect b="b" l="l" r="r" t="t"/>
            <a:pathLst>
              <a:path extrusionOk="0" h="5032188" w="4398682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Mate"/>
              <a:ea typeface="Mate"/>
              <a:cs typeface="Mate"/>
              <a:sym typeface="Mate"/>
            </a:endParaRPr>
          </a:p>
        </p:txBody>
      </p:sp>
      <p:sp>
        <p:nvSpPr>
          <p:cNvPr id="71" name="Google Shape;71;p8"/>
          <p:cNvSpPr txBox="1"/>
          <p:nvPr>
            <p:ph idx="11" type="ftr"/>
          </p:nvPr>
        </p:nvSpPr>
        <p:spPr>
          <a:xfrm>
            <a:off x="484632" y="621792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8"/>
          <p:cNvSpPr txBox="1"/>
          <p:nvPr>
            <p:ph idx="12" type="sldNum"/>
          </p:nvPr>
        </p:nvSpPr>
        <p:spPr>
          <a:xfrm>
            <a:off x="11194169" y="6217920"/>
            <a:ext cx="45859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 Team Members">
  <p:cSld name="4 Team Members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Mate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9"/>
          <p:cNvSpPr/>
          <p:nvPr>
            <p:ph idx="2" type="pic"/>
          </p:nvPr>
        </p:nvSpPr>
        <p:spPr>
          <a:xfrm>
            <a:off x="1114798" y="2560353"/>
            <a:ext cx="2368061" cy="2102177"/>
          </a:xfrm>
          <a:prstGeom prst="hexagon">
            <a:avLst>
              <a:gd fmla="val 28349" name="adj"/>
              <a:gd fmla="val 115470" name="vf"/>
            </a:avLst>
          </a:prstGeom>
          <a:noFill/>
          <a:ln>
            <a:noFill/>
          </a:ln>
        </p:spPr>
      </p:sp>
      <p:sp>
        <p:nvSpPr>
          <p:cNvPr descr="Click icon to add picture" id="76" name="Google Shape;76;p9"/>
          <p:cNvSpPr txBox="1"/>
          <p:nvPr>
            <p:ph idx="1" type="body"/>
          </p:nvPr>
        </p:nvSpPr>
        <p:spPr>
          <a:xfrm>
            <a:off x="1214003" y="4764289"/>
            <a:ext cx="2098039" cy="50639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i="0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21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Char char="•"/>
              <a:defRPr sz="1000"/>
            </a:lvl2pPr>
            <a:lvl3pPr indent="-28575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Char char="•"/>
              <a:defRPr sz="900"/>
            </a:lvl3pPr>
            <a:lvl4pPr indent="-2794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800"/>
              <a:buChar char="•"/>
              <a:defRPr sz="800"/>
            </a:lvl4pPr>
            <a:lvl5pPr indent="-2794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800"/>
              <a:buChar char="•"/>
              <a:defRPr sz="8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9"/>
          <p:cNvSpPr txBox="1"/>
          <p:nvPr>
            <p:ph idx="3" type="body"/>
          </p:nvPr>
        </p:nvSpPr>
        <p:spPr>
          <a:xfrm>
            <a:off x="1214003" y="5295180"/>
            <a:ext cx="2098038" cy="5063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0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21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Char char="•"/>
              <a:defRPr sz="1000"/>
            </a:lvl2pPr>
            <a:lvl3pPr indent="-28575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Char char="•"/>
              <a:defRPr sz="900"/>
            </a:lvl3pPr>
            <a:lvl4pPr indent="-2794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800"/>
              <a:buChar char="•"/>
              <a:defRPr sz="800"/>
            </a:lvl4pPr>
            <a:lvl5pPr indent="-2794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800"/>
              <a:buChar char="•"/>
              <a:defRPr sz="8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8" name="Google Shape;78;p9"/>
          <p:cNvSpPr/>
          <p:nvPr>
            <p:ph idx="4" type="pic"/>
          </p:nvPr>
        </p:nvSpPr>
        <p:spPr>
          <a:xfrm>
            <a:off x="3623536" y="1840730"/>
            <a:ext cx="2368061" cy="2102177"/>
          </a:xfrm>
          <a:prstGeom prst="hexagon">
            <a:avLst>
              <a:gd fmla="val 28349" name="adj"/>
              <a:gd fmla="val 115470" name="vf"/>
            </a:avLst>
          </a:prstGeom>
          <a:noFill/>
          <a:ln>
            <a:noFill/>
          </a:ln>
        </p:spPr>
      </p:sp>
      <p:sp>
        <p:nvSpPr>
          <p:cNvPr descr="Click icon to add picture" id="79" name="Google Shape;79;p9"/>
          <p:cNvSpPr txBox="1"/>
          <p:nvPr>
            <p:ph idx="5" type="body"/>
          </p:nvPr>
        </p:nvSpPr>
        <p:spPr>
          <a:xfrm>
            <a:off x="3720440" y="4045832"/>
            <a:ext cx="2098039" cy="50639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i="0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21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Char char="•"/>
              <a:defRPr sz="1000"/>
            </a:lvl2pPr>
            <a:lvl3pPr indent="-28575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Char char="•"/>
              <a:defRPr sz="900"/>
            </a:lvl3pPr>
            <a:lvl4pPr indent="-2794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800"/>
              <a:buChar char="•"/>
              <a:defRPr sz="800"/>
            </a:lvl4pPr>
            <a:lvl5pPr indent="-2794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800"/>
              <a:buChar char="•"/>
              <a:defRPr sz="8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0" name="Google Shape;80;p9"/>
          <p:cNvSpPr txBox="1"/>
          <p:nvPr>
            <p:ph idx="6" type="body"/>
          </p:nvPr>
        </p:nvSpPr>
        <p:spPr>
          <a:xfrm>
            <a:off x="3720440" y="4576723"/>
            <a:ext cx="2098038" cy="5063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0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21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Char char="•"/>
              <a:defRPr sz="1000"/>
            </a:lvl2pPr>
            <a:lvl3pPr indent="-28575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Char char="•"/>
              <a:defRPr sz="900"/>
            </a:lvl3pPr>
            <a:lvl4pPr indent="-2794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800"/>
              <a:buChar char="•"/>
              <a:defRPr sz="800"/>
            </a:lvl4pPr>
            <a:lvl5pPr indent="-2794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800"/>
              <a:buChar char="•"/>
              <a:defRPr sz="8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9"/>
          <p:cNvSpPr/>
          <p:nvPr>
            <p:ph idx="7" type="pic"/>
          </p:nvPr>
        </p:nvSpPr>
        <p:spPr>
          <a:xfrm>
            <a:off x="6113401" y="2560353"/>
            <a:ext cx="2368061" cy="2102177"/>
          </a:xfrm>
          <a:prstGeom prst="hexagon">
            <a:avLst>
              <a:gd fmla="val 28349" name="adj"/>
              <a:gd fmla="val 115470" name="vf"/>
            </a:avLst>
          </a:prstGeom>
          <a:noFill/>
          <a:ln>
            <a:noFill/>
          </a:ln>
        </p:spPr>
      </p:sp>
      <p:sp>
        <p:nvSpPr>
          <p:cNvPr descr="Click icon to add picture" id="82" name="Google Shape;82;p9"/>
          <p:cNvSpPr txBox="1"/>
          <p:nvPr>
            <p:ph idx="8" type="body"/>
          </p:nvPr>
        </p:nvSpPr>
        <p:spPr>
          <a:xfrm>
            <a:off x="6218710" y="4764289"/>
            <a:ext cx="2098039" cy="50639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i="0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21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Char char="•"/>
              <a:defRPr sz="1000"/>
            </a:lvl2pPr>
            <a:lvl3pPr indent="-28575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Char char="•"/>
              <a:defRPr sz="900"/>
            </a:lvl3pPr>
            <a:lvl4pPr indent="-2794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800"/>
              <a:buChar char="•"/>
              <a:defRPr sz="800"/>
            </a:lvl4pPr>
            <a:lvl5pPr indent="-2794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800"/>
              <a:buChar char="•"/>
              <a:defRPr sz="8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3" name="Google Shape;83;p9"/>
          <p:cNvSpPr txBox="1"/>
          <p:nvPr>
            <p:ph idx="9" type="body"/>
          </p:nvPr>
        </p:nvSpPr>
        <p:spPr>
          <a:xfrm>
            <a:off x="6218710" y="5295180"/>
            <a:ext cx="2098038" cy="5063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0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21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Char char="•"/>
              <a:defRPr sz="1000"/>
            </a:lvl2pPr>
            <a:lvl3pPr indent="-28575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Char char="•"/>
              <a:defRPr sz="900"/>
            </a:lvl3pPr>
            <a:lvl4pPr indent="-2794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800"/>
              <a:buChar char="•"/>
              <a:defRPr sz="800"/>
            </a:lvl4pPr>
            <a:lvl5pPr indent="-2794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800"/>
              <a:buChar char="•"/>
              <a:defRPr sz="8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4" name="Google Shape;84;p9"/>
          <p:cNvSpPr/>
          <p:nvPr>
            <p:ph idx="13" type="pic"/>
          </p:nvPr>
        </p:nvSpPr>
        <p:spPr>
          <a:xfrm>
            <a:off x="8500328" y="1836331"/>
            <a:ext cx="2368061" cy="2102177"/>
          </a:xfrm>
          <a:prstGeom prst="hexagon">
            <a:avLst>
              <a:gd fmla="val 28349" name="adj"/>
              <a:gd fmla="val 115470" name="vf"/>
            </a:avLst>
          </a:prstGeom>
          <a:noFill/>
          <a:ln>
            <a:noFill/>
          </a:ln>
        </p:spPr>
      </p:sp>
      <p:sp>
        <p:nvSpPr>
          <p:cNvPr descr="Click icon to add picture" id="85" name="Google Shape;85;p9"/>
          <p:cNvSpPr txBox="1"/>
          <p:nvPr>
            <p:ph idx="14" type="body"/>
          </p:nvPr>
        </p:nvSpPr>
        <p:spPr>
          <a:xfrm>
            <a:off x="8635340" y="4045832"/>
            <a:ext cx="2098039" cy="50639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i="0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21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Char char="•"/>
              <a:defRPr sz="1000"/>
            </a:lvl2pPr>
            <a:lvl3pPr indent="-28575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Char char="•"/>
              <a:defRPr sz="900"/>
            </a:lvl3pPr>
            <a:lvl4pPr indent="-2794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800"/>
              <a:buChar char="•"/>
              <a:defRPr sz="800"/>
            </a:lvl4pPr>
            <a:lvl5pPr indent="-2794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800"/>
              <a:buChar char="•"/>
              <a:defRPr sz="8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6" name="Google Shape;86;p9"/>
          <p:cNvSpPr txBox="1"/>
          <p:nvPr>
            <p:ph idx="15" type="body"/>
          </p:nvPr>
        </p:nvSpPr>
        <p:spPr>
          <a:xfrm>
            <a:off x="8635340" y="4576723"/>
            <a:ext cx="2098038" cy="5063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0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21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Char char="•"/>
              <a:defRPr sz="1000"/>
            </a:lvl2pPr>
            <a:lvl3pPr indent="-28575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Char char="•"/>
              <a:defRPr sz="900"/>
            </a:lvl3pPr>
            <a:lvl4pPr indent="-2794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800"/>
              <a:buChar char="•"/>
              <a:defRPr sz="800"/>
            </a:lvl4pPr>
            <a:lvl5pPr indent="-2794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800"/>
              <a:buChar char="•"/>
              <a:defRPr sz="8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7" name="Google Shape;87;p9"/>
          <p:cNvSpPr txBox="1"/>
          <p:nvPr>
            <p:ph idx="11" type="ftr"/>
          </p:nvPr>
        </p:nvSpPr>
        <p:spPr>
          <a:xfrm>
            <a:off x="484632" y="621792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9"/>
          <p:cNvSpPr txBox="1"/>
          <p:nvPr>
            <p:ph idx="12" type="sldNum"/>
          </p:nvPr>
        </p:nvSpPr>
        <p:spPr>
          <a:xfrm>
            <a:off x="11194169" y="6217920"/>
            <a:ext cx="45859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8 Team Members">
  <p:cSld name="8 Team Members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0"/>
          <p:cNvSpPr txBox="1"/>
          <p:nvPr>
            <p:ph type="title"/>
          </p:nvPr>
        </p:nvSpPr>
        <p:spPr>
          <a:xfrm>
            <a:off x="509574" y="2367293"/>
            <a:ext cx="3909993" cy="36297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10"/>
          <p:cNvSpPr/>
          <p:nvPr>
            <p:ph idx="2" type="pic"/>
          </p:nvPr>
        </p:nvSpPr>
        <p:spPr>
          <a:xfrm>
            <a:off x="4269796" y="436455"/>
            <a:ext cx="1173264" cy="1357920"/>
          </a:xfrm>
          <a:prstGeom prst="rect">
            <a:avLst/>
          </a:prstGeom>
          <a:noFill/>
          <a:ln>
            <a:noFill/>
          </a:ln>
        </p:spPr>
      </p:sp>
      <p:sp>
        <p:nvSpPr>
          <p:cNvPr descr="Click icon to add picture" id="92" name="Google Shape;92;p10"/>
          <p:cNvSpPr txBox="1"/>
          <p:nvPr>
            <p:ph idx="1" type="body"/>
          </p:nvPr>
        </p:nvSpPr>
        <p:spPr>
          <a:xfrm>
            <a:off x="5520210" y="522515"/>
            <a:ext cx="2289842" cy="62655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i="0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21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Char char="•"/>
              <a:defRPr sz="1000"/>
            </a:lvl2pPr>
            <a:lvl3pPr indent="-28575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Char char="•"/>
              <a:defRPr sz="900"/>
            </a:lvl3pPr>
            <a:lvl4pPr indent="-2794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800"/>
              <a:buChar char="•"/>
              <a:defRPr sz="800"/>
            </a:lvl4pPr>
            <a:lvl5pPr indent="-2794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800"/>
              <a:buChar char="•"/>
              <a:defRPr sz="8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3" name="Google Shape;93;p10"/>
          <p:cNvSpPr txBox="1"/>
          <p:nvPr>
            <p:ph idx="3" type="body"/>
          </p:nvPr>
        </p:nvSpPr>
        <p:spPr>
          <a:xfrm>
            <a:off x="5520211" y="1165881"/>
            <a:ext cx="2289842" cy="5063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0" i="0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21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Char char="•"/>
              <a:defRPr sz="1000"/>
            </a:lvl2pPr>
            <a:lvl3pPr indent="-28575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Char char="•"/>
              <a:defRPr sz="900"/>
            </a:lvl3pPr>
            <a:lvl4pPr indent="-2794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800"/>
              <a:buChar char="•"/>
              <a:defRPr sz="800"/>
            </a:lvl4pPr>
            <a:lvl5pPr indent="-2794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800"/>
              <a:buChar char="•"/>
              <a:defRPr sz="8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4" name="Google Shape;94;p10"/>
          <p:cNvSpPr/>
          <p:nvPr>
            <p:ph idx="4" type="pic"/>
          </p:nvPr>
        </p:nvSpPr>
        <p:spPr>
          <a:xfrm>
            <a:off x="8059916" y="436455"/>
            <a:ext cx="1173264" cy="1357920"/>
          </a:xfrm>
          <a:prstGeom prst="rect">
            <a:avLst/>
          </a:prstGeom>
          <a:noFill/>
          <a:ln>
            <a:noFill/>
          </a:ln>
        </p:spPr>
      </p:sp>
      <p:sp>
        <p:nvSpPr>
          <p:cNvPr descr="Click icon to add picture" id="95" name="Google Shape;95;p10"/>
          <p:cNvSpPr txBox="1"/>
          <p:nvPr>
            <p:ph idx="5" type="body"/>
          </p:nvPr>
        </p:nvSpPr>
        <p:spPr>
          <a:xfrm>
            <a:off x="9309889" y="642667"/>
            <a:ext cx="2098039" cy="50639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i="0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21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Char char="•"/>
              <a:defRPr sz="1000"/>
            </a:lvl2pPr>
            <a:lvl3pPr indent="-28575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Char char="•"/>
              <a:defRPr sz="900"/>
            </a:lvl3pPr>
            <a:lvl4pPr indent="-2794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800"/>
              <a:buChar char="•"/>
              <a:defRPr sz="800"/>
            </a:lvl4pPr>
            <a:lvl5pPr indent="-2794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800"/>
              <a:buChar char="•"/>
              <a:defRPr sz="8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6" name="Google Shape;96;p10"/>
          <p:cNvSpPr txBox="1"/>
          <p:nvPr>
            <p:ph idx="6" type="body"/>
          </p:nvPr>
        </p:nvSpPr>
        <p:spPr>
          <a:xfrm>
            <a:off x="9309891" y="1165881"/>
            <a:ext cx="2098038" cy="5063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0" i="0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21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Char char="•"/>
              <a:defRPr sz="1000"/>
            </a:lvl2pPr>
            <a:lvl3pPr indent="-28575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Char char="•"/>
              <a:defRPr sz="900"/>
            </a:lvl3pPr>
            <a:lvl4pPr indent="-2794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800"/>
              <a:buChar char="•"/>
              <a:defRPr sz="800"/>
            </a:lvl4pPr>
            <a:lvl5pPr indent="-2794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800"/>
              <a:buChar char="•"/>
              <a:defRPr sz="8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7" name="Google Shape;97;p10"/>
          <p:cNvSpPr/>
          <p:nvPr>
            <p:ph idx="7" type="pic"/>
          </p:nvPr>
        </p:nvSpPr>
        <p:spPr>
          <a:xfrm>
            <a:off x="4269796" y="2004222"/>
            <a:ext cx="1173264" cy="1357920"/>
          </a:xfrm>
          <a:prstGeom prst="rect">
            <a:avLst/>
          </a:prstGeom>
          <a:noFill/>
          <a:ln>
            <a:noFill/>
          </a:ln>
        </p:spPr>
      </p:sp>
      <p:sp>
        <p:nvSpPr>
          <p:cNvPr descr="Click icon to add picture" id="98" name="Google Shape;98;p10"/>
          <p:cNvSpPr txBox="1"/>
          <p:nvPr>
            <p:ph idx="8" type="body"/>
          </p:nvPr>
        </p:nvSpPr>
        <p:spPr>
          <a:xfrm>
            <a:off x="5520210" y="2105171"/>
            <a:ext cx="2193021" cy="61741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i="0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21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Char char="•"/>
              <a:defRPr sz="1000"/>
            </a:lvl2pPr>
            <a:lvl3pPr indent="-28575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Char char="•"/>
              <a:defRPr sz="900"/>
            </a:lvl3pPr>
            <a:lvl4pPr indent="-2794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800"/>
              <a:buChar char="•"/>
              <a:defRPr sz="800"/>
            </a:lvl4pPr>
            <a:lvl5pPr indent="-2794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800"/>
              <a:buChar char="•"/>
              <a:defRPr sz="8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9" name="Google Shape;99;p10"/>
          <p:cNvSpPr txBox="1"/>
          <p:nvPr>
            <p:ph idx="9" type="body"/>
          </p:nvPr>
        </p:nvSpPr>
        <p:spPr>
          <a:xfrm>
            <a:off x="5520212" y="2739721"/>
            <a:ext cx="2193021" cy="5063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0" i="0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21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Char char="•"/>
              <a:defRPr sz="1000"/>
            </a:lvl2pPr>
            <a:lvl3pPr indent="-28575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Char char="•"/>
              <a:defRPr sz="900"/>
            </a:lvl3pPr>
            <a:lvl4pPr indent="-2794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800"/>
              <a:buChar char="•"/>
              <a:defRPr sz="800"/>
            </a:lvl4pPr>
            <a:lvl5pPr indent="-2794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800"/>
              <a:buChar char="•"/>
              <a:defRPr sz="8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0" name="Google Shape;100;p10"/>
          <p:cNvSpPr/>
          <p:nvPr>
            <p:ph idx="13" type="pic"/>
          </p:nvPr>
        </p:nvSpPr>
        <p:spPr>
          <a:xfrm>
            <a:off x="8059916" y="2004222"/>
            <a:ext cx="1173264" cy="1357920"/>
          </a:xfrm>
          <a:prstGeom prst="rect">
            <a:avLst/>
          </a:prstGeom>
          <a:noFill/>
          <a:ln>
            <a:noFill/>
          </a:ln>
        </p:spPr>
      </p:sp>
      <p:sp>
        <p:nvSpPr>
          <p:cNvPr descr="Click icon to add picture" id="101" name="Google Shape;101;p10"/>
          <p:cNvSpPr txBox="1"/>
          <p:nvPr>
            <p:ph idx="14" type="body"/>
          </p:nvPr>
        </p:nvSpPr>
        <p:spPr>
          <a:xfrm>
            <a:off x="9309890" y="2032203"/>
            <a:ext cx="2098039" cy="70114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i="0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21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Char char="•"/>
              <a:defRPr sz="1000"/>
            </a:lvl2pPr>
            <a:lvl3pPr indent="-28575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Char char="•"/>
              <a:defRPr sz="900"/>
            </a:lvl3pPr>
            <a:lvl4pPr indent="-2794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800"/>
              <a:buChar char="•"/>
              <a:defRPr sz="800"/>
            </a:lvl4pPr>
            <a:lvl5pPr indent="-2794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800"/>
              <a:buChar char="•"/>
              <a:defRPr sz="8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2" name="Google Shape;102;p10"/>
          <p:cNvSpPr txBox="1"/>
          <p:nvPr>
            <p:ph idx="15" type="body"/>
          </p:nvPr>
        </p:nvSpPr>
        <p:spPr>
          <a:xfrm>
            <a:off x="9309890" y="2746407"/>
            <a:ext cx="2098038" cy="5063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0" i="0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21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Char char="•"/>
              <a:defRPr sz="1000"/>
            </a:lvl2pPr>
            <a:lvl3pPr indent="-28575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Char char="•"/>
              <a:defRPr sz="900"/>
            </a:lvl3pPr>
            <a:lvl4pPr indent="-2794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800"/>
              <a:buChar char="•"/>
              <a:defRPr sz="800"/>
            </a:lvl4pPr>
            <a:lvl5pPr indent="-2794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800"/>
              <a:buChar char="•"/>
              <a:defRPr sz="8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3" name="Google Shape;103;p10"/>
          <p:cNvSpPr/>
          <p:nvPr>
            <p:ph idx="16" type="pic"/>
          </p:nvPr>
        </p:nvSpPr>
        <p:spPr>
          <a:xfrm>
            <a:off x="4269796" y="3571991"/>
            <a:ext cx="1173264" cy="1357920"/>
          </a:xfrm>
          <a:prstGeom prst="rect">
            <a:avLst/>
          </a:prstGeom>
          <a:noFill/>
          <a:ln>
            <a:noFill/>
          </a:ln>
        </p:spPr>
      </p:sp>
      <p:sp>
        <p:nvSpPr>
          <p:cNvPr descr="Click icon to add picture" id="104" name="Google Shape;104;p10"/>
          <p:cNvSpPr txBox="1"/>
          <p:nvPr>
            <p:ph idx="17" type="body"/>
          </p:nvPr>
        </p:nvSpPr>
        <p:spPr>
          <a:xfrm>
            <a:off x="5520210" y="3775516"/>
            <a:ext cx="2098039" cy="50639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i="0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21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Char char="•"/>
              <a:defRPr sz="1000"/>
            </a:lvl2pPr>
            <a:lvl3pPr indent="-28575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Char char="•"/>
              <a:defRPr sz="900"/>
            </a:lvl3pPr>
            <a:lvl4pPr indent="-2794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800"/>
              <a:buChar char="•"/>
              <a:defRPr sz="800"/>
            </a:lvl4pPr>
            <a:lvl5pPr indent="-2794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800"/>
              <a:buChar char="•"/>
              <a:defRPr sz="8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5" name="Google Shape;105;p10"/>
          <p:cNvSpPr txBox="1"/>
          <p:nvPr>
            <p:ph idx="18" type="body"/>
          </p:nvPr>
        </p:nvSpPr>
        <p:spPr>
          <a:xfrm>
            <a:off x="5520211" y="4312077"/>
            <a:ext cx="2098038" cy="5063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0" i="0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21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Char char="•"/>
              <a:defRPr sz="1000"/>
            </a:lvl2pPr>
            <a:lvl3pPr indent="-28575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Char char="•"/>
              <a:defRPr sz="900"/>
            </a:lvl3pPr>
            <a:lvl4pPr indent="-2794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800"/>
              <a:buChar char="•"/>
              <a:defRPr sz="800"/>
            </a:lvl4pPr>
            <a:lvl5pPr indent="-2794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800"/>
              <a:buChar char="•"/>
              <a:defRPr sz="8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6" name="Google Shape;106;p10"/>
          <p:cNvSpPr/>
          <p:nvPr>
            <p:ph idx="19" type="pic"/>
          </p:nvPr>
        </p:nvSpPr>
        <p:spPr>
          <a:xfrm>
            <a:off x="8059916" y="3571991"/>
            <a:ext cx="1173264" cy="1357920"/>
          </a:xfrm>
          <a:prstGeom prst="rect">
            <a:avLst/>
          </a:prstGeom>
          <a:noFill/>
          <a:ln>
            <a:noFill/>
          </a:ln>
        </p:spPr>
      </p:sp>
      <p:sp>
        <p:nvSpPr>
          <p:cNvPr descr="Click icon to add picture" id="107" name="Google Shape;107;p10"/>
          <p:cNvSpPr txBox="1"/>
          <p:nvPr>
            <p:ph idx="20" type="body"/>
          </p:nvPr>
        </p:nvSpPr>
        <p:spPr>
          <a:xfrm>
            <a:off x="9309889" y="3775516"/>
            <a:ext cx="2098039" cy="50639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i="0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21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Char char="•"/>
              <a:defRPr sz="1000"/>
            </a:lvl2pPr>
            <a:lvl3pPr indent="-28575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Char char="•"/>
              <a:defRPr sz="900"/>
            </a:lvl3pPr>
            <a:lvl4pPr indent="-2794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800"/>
              <a:buChar char="•"/>
              <a:defRPr sz="800"/>
            </a:lvl4pPr>
            <a:lvl5pPr indent="-2794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800"/>
              <a:buChar char="•"/>
              <a:defRPr sz="8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8" name="Google Shape;108;p10"/>
          <p:cNvSpPr txBox="1"/>
          <p:nvPr>
            <p:ph idx="21" type="body"/>
          </p:nvPr>
        </p:nvSpPr>
        <p:spPr>
          <a:xfrm>
            <a:off x="9309891" y="4312077"/>
            <a:ext cx="2098038" cy="5063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0" i="0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21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Char char="•"/>
              <a:defRPr sz="1000"/>
            </a:lvl2pPr>
            <a:lvl3pPr indent="-28575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Char char="•"/>
              <a:defRPr sz="900"/>
            </a:lvl3pPr>
            <a:lvl4pPr indent="-2794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800"/>
              <a:buChar char="•"/>
              <a:defRPr sz="800"/>
            </a:lvl4pPr>
            <a:lvl5pPr indent="-2794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800"/>
              <a:buChar char="•"/>
              <a:defRPr sz="8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9" name="Google Shape;109;p10"/>
          <p:cNvSpPr/>
          <p:nvPr>
            <p:ph idx="22" type="pic"/>
          </p:nvPr>
        </p:nvSpPr>
        <p:spPr>
          <a:xfrm>
            <a:off x="4269796" y="5153614"/>
            <a:ext cx="1173264" cy="1357920"/>
          </a:xfrm>
          <a:prstGeom prst="rect">
            <a:avLst/>
          </a:prstGeom>
          <a:noFill/>
          <a:ln>
            <a:noFill/>
          </a:ln>
        </p:spPr>
      </p:sp>
      <p:sp>
        <p:nvSpPr>
          <p:cNvPr descr="Click icon to add picture" id="110" name="Google Shape;110;p10"/>
          <p:cNvSpPr txBox="1"/>
          <p:nvPr>
            <p:ph idx="23" type="body"/>
          </p:nvPr>
        </p:nvSpPr>
        <p:spPr>
          <a:xfrm>
            <a:off x="5520210" y="5369449"/>
            <a:ext cx="2098039" cy="50639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i="0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21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Char char="•"/>
              <a:defRPr sz="1000"/>
            </a:lvl2pPr>
            <a:lvl3pPr indent="-28575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Char char="•"/>
              <a:defRPr sz="900"/>
            </a:lvl3pPr>
            <a:lvl4pPr indent="-2794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800"/>
              <a:buChar char="•"/>
              <a:defRPr sz="800"/>
            </a:lvl4pPr>
            <a:lvl5pPr indent="-2794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800"/>
              <a:buChar char="•"/>
              <a:defRPr sz="8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1" name="Google Shape;111;p10"/>
          <p:cNvSpPr txBox="1"/>
          <p:nvPr>
            <p:ph idx="24" type="body"/>
          </p:nvPr>
        </p:nvSpPr>
        <p:spPr>
          <a:xfrm>
            <a:off x="5520211" y="5901594"/>
            <a:ext cx="2098038" cy="5063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0" i="0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21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Char char="•"/>
              <a:defRPr sz="1000"/>
            </a:lvl2pPr>
            <a:lvl3pPr indent="-28575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Char char="•"/>
              <a:defRPr sz="900"/>
            </a:lvl3pPr>
            <a:lvl4pPr indent="-2794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800"/>
              <a:buChar char="•"/>
              <a:defRPr sz="800"/>
            </a:lvl4pPr>
            <a:lvl5pPr indent="-2794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800"/>
              <a:buChar char="•"/>
              <a:defRPr sz="8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2" name="Google Shape;112;p10"/>
          <p:cNvSpPr/>
          <p:nvPr>
            <p:ph idx="25" type="pic"/>
          </p:nvPr>
        </p:nvSpPr>
        <p:spPr>
          <a:xfrm>
            <a:off x="8059916" y="5153614"/>
            <a:ext cx="1173264" cy="1357920"/>
          </a:xfrm>
          <a:prstGeom prst="rect">
            <a:avLst/>
          </a:prstGeom>
          <a:noFill/>
          <a:ln>
            <a:noFill/>
          </a:ln>
        </p:spPr>
      </p:sp>
      <p:sp>
        <p:nvSpPr>
          <p:cNvPr descr="Click icon to add picture" id="113" name="Google Shape;113;p10"/>
          <p:cNvSpPr txBox="1"/>
          <p:nvPr>
            <p:ph idx="26" type="body"/>
          </p:nvPr>
        </p:nvSpPr>
        <p:spPr>
          <a:xfrm>
            <a:off x="9313612" y="5369449"/>
            <a:ext cx="2098039" cy="50639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i="0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21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Char char="•"/>
              <a:defRPr sz="1000"/>
            </a:lvl2pPr>
            <a:lvl3pPr indent="-28575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Char char="•"/>
              <a:defRPr sz="900"/>
            </a:lvl3pPr>
            <a:lvl4pPr indent="-2794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800"/>
              <a:buChar char="•"/>
              <a:defRPr sz="800"/>
            </a:lvl4pPr>
            <a:lvl5pPr indent="-2794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800"/>
              <a:buChar char="•"/>
              <a:defRPr sz="8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4" name="Google Shape;114;p10"/>
          <p:cNvSpPr txBox="1"/>
          <p:nvPr>
            <p:ph idx="27" type="body"/>
          </p:nvPr>
        </p:nvSpPr>
        <p:spPr>
          <a:xfrm>
            <a:off x="9309891" y="5901594"/>
            <a:ext cx="2098038" cy="5063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0" i="0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21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Char char="•"/>
              <a:defRPr sz="1000"/>
            </a:lvl2pPr>
            <a:lvl3pPr indent="-28575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Char char="•"/>
              <a:defRPr sz="900"/>
            </a:lvl3pPr>
            <a:lvl4pPr indent="-2794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800"/>
              <a:buChar char="•"/>
              <a:defRPr sz="800"/>
            </a:lvl4pPr>
            <a:lvl5pPr indent="-2794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800"/>
              <a:buChar char="•"/>
              <a:defRPr sz="8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5" name="Google Shape;115;p10"/>
          <p:cNvSpPr txBox="1"/>
          <p:nvPr>
            <p:ph idx="11" type="ftr"/>
          </p:nvPr>
        </p:nvSpPr>
        <p:spPr>
          <a:xfrm>
            <a:off x="484632" y="621792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6" name="Google Shape;116;p10"/>
          <p:cNvSpPr txBox="1"/>
          <p:nvPr>
            <p:ph idx="12" type="sldNum"/>
          </p:nvPr>
        </p:nvSpPr>
        <p:spPr>
          <a:xfrm>
            <a:off x="11194169" y="6217920"/>
            <a:ext cx="45859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ct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ct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ct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ct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ct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ct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ct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ct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 Column with Icons">
  <p:cSld name="5 Column with Icons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1"/>
          <p:cNvSpPr/>
          <p:nvPr/>
        </p:nvSpPr>
        <p:spPr>
          <a:xfrm>
            <a:off x="2121636" y="2070606"/>
            <a:ext cx="1583013" cy="1841551"/>
          </a:xfrm>
          <a:custGeom>
            <a:rect b="b" l="l" r="r" t="t"/>
            <a:pathLst>
              <a:path extrusionOk="0" h="5032188" w="4387647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cap="flat" cmpd="sng" w="19050">
            <a:solidFill>
              <a:srgbClr val="2F549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11"/>
          <p:cNvSpPr/>
          <p:nvPr/>
        </p:nvSpPr>
        <p:spPr>
          <a:xfrm>
            <a:off x="4174867" y="2073440"/>
            <a:ext cx="1583013" cy="1841551"/>
          </a:xfrm>
          <a:custGeom>
            <a:rect b="b" l="l" r="r" t="t"/>
            <a:pathLst>
              <a:path extrusionOk="0" h="5032188" w="4387647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cap="flat" cmpd="sng" w="19050">
            <a:solidFill>
              <a:srgbClr val="2F549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11"/>
          <p:cNvSpPr/>
          <p:nvPr/>
        </p:nvSpPr>
        <p:spPr>
          <a:xfrm>
            <a:off x="6308379" y="2064520"/>
            <a:ext cx="1583013" cy="1841551"/>
          </a:xfrm>
          <a:custGeom>
            <a:rect b="b" l="l" r="r" t="t"/>
            <a:pathLst>
              <a:path extrusionOk="0" h="5032188" w="4387647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cap="flat" cmpd="sng" w="19050">
            <a:solidFill>
              <a:srgbClr val="2F549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11"/>
          <p:cNvSpPr/>
          <p:nvPr/>
        </p:nvSpPr>
        <p:spPr>
          <a:xfrm>
            <a:off x="8407152" y="2068980"/>
            <a:ext cx="1583013" cy="1841551"/>
          </a:xfrm>
          <a:custGeom>
            <a:rect b="b" l="l" r="r" t="t"/>
            <a:pathLst>
              <a:path extrusionOk="0" h="5032188" w="4387647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cap="flat" cmpd="sng" w="19050">
            <a:solidFill>
              <a:srgbClr val="2F549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Click icon to add picture" id="122" name="Google Shape;122;p11"/>
          <p:cNvSpPr txBox="1"/>
          <p:nvPr>
            <p:ph idx="1" type="body"/>
          </p:nvPr>
        </p:nvSpPr>
        <p:spPr>
          <a:xfrm>
            <a:off x="821770" y="4416565"/>
            <a:ext cx="1877575" cy="5063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>
                <a:solidFill>
                  <a:schemeClr val="lt1"/>
                </a:solidFill>
              </a:defRPr>
            </a:lvl1pPr>
            <a:lvl2pPr indent="-2921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Char char="•"/>
              <a:defRPr sz="1000"/>
            </a:lvl2pPr>
            <a:lvl3pPr indent="-28575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Char char="•"/>
              <a:defRPr sz="900"/>
            </a:lvl3pPr>
            <a:lvl4pPr indent="-2794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800"/>
              <a:buChar char="•"/>
              <a:defRPr sz="800"/>
            </a:lvl4pPr>
            <a:lvl5pPr indent="-2794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800"/>
              <a:buChar char="•"/>
              <a:defRPr sz="8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3" name="Google Shape;123;p11"/>
          <p:cNvSpPr txBox="1"/>
          <p:nvPr>
            <p:ph idx="2" type="body"/>
          </p:nvPr>
        </p:nvSpPr>
        <p:spPr>
          <a:xfrm>
            <a:off x="912627" y="5007731"/>
            <a:ext cx="1691687" cy="81117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0" i="0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21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Char char="•"/>
              <a:defRPr sz="1000"/>
            </a:lvl2pPr>
            <a:lvl3pPr indent="-28575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Char char="•"/>
              <a:defRPr sz="900"/>
            </a:lvl3pPr>
            <a:lvl4pPr indent="-2794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800"/>
              <a:buChar char="•"/>
              <a:defRPr sz="800"/>
            </a:lvl4pPr>
            <a:lvl5pPr indent="-2794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800"/>
              <a:buChar char="•"/>
              <a:defRPr sz="8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descr="Click icon to add picture" id="124" name="Google Shape;124;p11"/>
          <p:cNvSpPr txBox="1"/>
          <p:nvPr>
            <p:ph idx="3" type="body"/>
          </p:nvPr>
        </p:nvSpPr>
        <p:spPr>
          <a:xfrm>
            <a:off x="2888314" y="4416565"/>
            <a:ext cx="1877575" cy="5063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>
                <a:solidFill>
                  <a:schemeClr val="lt1"/>
                </a:solidFill>
              </a:defRPr>
            </a:lvl1pPr>
            <a:lvl2pPr indent="-2921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Char char="•"/>
              <a:defRPr sz="1000"/>
            </a:lvl2pPr>
            <a:lvl3pPr indent="-28575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Char char="•"/>
              <a:defRPr sz="900"/>
            </a:lvl3pPr>
            <a:lvl4pPr indent="-2794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800"/>
              <a:buChar char="•"/>
              <a:defRPr sz="800"/>
            </a:lvl4pPr>
            <a:lvl5pPr indent="-2794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800"/>
              <a:buChar char="•"/>
              <a:defRPr sz="8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5" name="Google Shape;125;p11"/>
          <p:cNvSpPr txBox="1"/>
          <p:nvPr>
            <p:ph idx="4" type="body"/>
          </p:nvPr>
        </p:nvSpPr>
        <p:spPr>
          <a:xfrm>
            <a:off x="2979171" y="5007731"/>
            <a:ext cx="1691687" cy="81117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0" i="0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21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Char char="•"/>
              <a:defRPr sz="1000"/>
            </a:lvl2pPr>
            <a:lvl3pPr indent="-28575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Char char="•"/>
              <a:defRPr sz="900"/>
            </a:lvl3pPr>
            <a:lvl4pPr indent="-2794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800"/>
              <a:buChar char="•"/>
              <a:defRPr sz="800"/>
            </a:lvl4pPr>
            <a:lvl5pPr indent="-2794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800"/>
              <a:buChar char="•"/>
              <a:defRPr sz="8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descr="Click icon to add picture" id="126" name="Google Shape;126;p11"/>
          <p:cNvSpPr txBox="1"/>
          <p:nvPr>
            <p:ph idx="5" type="body"/>
          </p:nvPr>
        </p:nvSpPr>
        <p:spPr>
          <a:xfrm>
            <a:off x="5073898" y="4416565"/>
            <a:ext cx="1877575" cy="5063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>
                <a:solidFill>
                  <a:schemeClr val="lt1"/>
                </a:solidFill>
              </a:defRPr>
            </a:lvl1pPr>
            <a:lvl2pPr indent="-2921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Char char="•"/>
              <a:defRPr sz="1000"/>
            </a:lvl2pPr>
            <a:lvl3pPr indent="-28575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Char char="•"/>
              <a:defRPr sz="900"/>
            </a:lvl3pPr>
            <a:lvl4pPr indent="-2794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800"/>
              <a:buChar char="•"/>
              <a:defRPr sz="800"/>
            </a:lvl4pPr>
            <a:lvl5pPr indent="-2794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800"/>
              <a:buChar char="•"/>
              <a:defRPr sz="8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7" name="Google Shape;127;p11"/>
          <p:cNvSpPr txBox="1"/>
          <p:nvPr>
            <p:ph idx="6" type="body"/>
          </p:nvPr>
        </p:nvSpPr>
        <p:spPr>
          <a:xfrm>
            <a:off x="5164755" y="5007731"/>
            <a:ext cx="1691687" cy="81117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0" i="0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21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Char char="•"/>
              <a:defRPr sz="1000"/>
            </a:lvl2pPr>
            <a:lvl3pPr indent="-28575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Char char="•"/>
              <a:defRPr sz="900"/>
            </a:lvl3pPr>
            <a:lvl4pPr indent="-2794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800"/>
              <a:buChar char="•"/>
              <a:defRPr sz="800"/>
            </a:lvl4pPr>
            <a:lvl5pPr indent="-2794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800"/>
              <a:buChar char="•"/>
              <a:defRPr sz="8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descr="Click icon to add picture" id="128" name="Google Shape;128;p11"/>
          <p:cNvSpPr txBox="1"/>
          <p:nvPr>
            <p:ph idx="7" type="body"/>
          </p:nvPr>
        </p:nvSpPr>
        <p:spPr>
          <a:xfrm>
            <a:off x="7259482" y="4416565"/>
            <a:ext cx="1877575" cy="5063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>
                <a:solidFill>
                  <a:schemeClr val="lt1"/>
                </a:solidFill>
              </a:defRPr>
            </a:lvl1pPr>
            <a:lvl2pPr indent="-2921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Char char="•"/>
              <a:defRPr sz="1000"/>
            </a:lvl2pPr>
            <a:lvl3pPr indent="-28575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Char char="•"/>
              <a:defRPr sz="900"/>
            </a:lvl3pPr>
            <a:lvl4pPr indent="-2794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800"/>
              <a:buChar char="•"/>
              <a:defRPr sz="800"/>
            </a:lvl4pPr>
            <a:lvl5pPr indent="-2794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800"/>
              <a:buChar char="•"/>
              <a:defRPr sz="8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9" name="Google Shape;129;p11"/>
          <p:cNvSpPr txBox="1"/>
          <p:nvPr>
            <p:ph idx="8" type="body"/>
          </p:nvPr>
        </p:nvSpPr>
        <p:spPr>
          <a:xfrm>
            <a:off x="7350339" y="5007731"/>
            <a:ext cx="1691687" cy="81117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0" i="0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21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Char char="•"/>
              <a:defRPr sz="1000"/>
            </a:lvl2pPr>
            <a:lvl3pPr indent="-28575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Char char="•"/>
              <a:defRPr sz="900"/>
            </a:lvl3pPr>
            <a:lvl4pPr indent="-2794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800"/>
              <a:buChar char="•"/>
              <a:defRPr sz="800"/>
            </a:lvl4pPr>
            <a:lvl5pPr indent="-2794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800"/>
              <a:buChar char="•"/>
              <a:defRPr sz="8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descr="Click icon to add picture" id="130" name="Google Shape;130;p11"/>
          <p:cNvSpPr txBox="1"/>
          <p:nvPr>
            <p:ph idx="9" type="body"/>
          </p:nvPr>
        </p:nvSpPr>
        <p:spPr>
          <a:xfrm>
            <a:off x="9445066" y="4416565"/>
            <a:ext cx="1877575" cy="5063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>
                <a:solidFill>
                  <a:schemeClr val="lt1"/>
                </a:solidFill>
              </a:defRPr>
            </a:lvl1pPr>
            <a:lvl2pPr indent="-2921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Char char="•"/>
              <a:defRPr sz="1000"/>
            </a:lvl2pPr>
            <a:lvl3pPr indent="-28575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Char char="•"/>
              <a:defRPr sz="900"/>
            </a:lvl3pPr>
            <a:lvl4pPr indent="-2794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800"/>
              <a:buChar char="•"/>
              <a:defRPr sz="800"/>
            </a:lvl4pPr>
            <a:lvl5pPr indent="-2794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800"/>
              <a:buChar char="•"/>
              <a:defRPr sz="8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31" name="Google Shape;131;p11"/>
          <p:cNvSpPr txBox="1"/>
          <p:nvPr>
            <p:ph idx="13" type="body"/>
          </p:nvPr>
        </p:nvSpPr>
        <p:spPr>
          <a:xfrm>
            <a:off x="9535923" y="5007731"/>
            <a:ext cx="1691687" cy="81117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0" i="0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21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Char char="•"/>
              <a:defRPr sz="1000"/>
            </a:lvl2pPr>
            <a:lvl3pPr indent="-28575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Char char="•"/>
              <a:defRPr sz="900"/>
            </a:lvl3pPr>
            <a:lvl4pPr indent="-2794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800"/>
              <a:buChar char="•"/>
              <a:defRPr sz="800"/>
            </a:lvl4pPr>
            <a:lvl5pPr indent="-2794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800"/>
              <a:buChar char="•"/>
              <a:defRPr sz="8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32" name="Google Shape;132;p11"/>
          <p:cNvSpPr/>
          <p:nvPr>
            <p:ph idx="14" type="pic"/>
          </p:nvPr>
        </p:nvSpPr>
        <p:spPr>
          <a:xfrm>
            <a:off x="983282" y="2073439"/>
            <a:ext cx="1621032" cy="1841551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133" name="Google Shape;133;p11"/>
          <p:cNvSpPr/>
          <p:nvPr>
            <p:ph idx="15" type="pic"/>
          </p:nvPr>
        </p:nvSpPr>
        <p:spPr>
          <a:xfrm>
            <a:off x="3109346" y="2073439"/>
            <a:ext cx="1621032" cy="1841551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134" name="Google Shape;134;p11"/>
          <p:cNvSpPr/>
          <p:nvPr>
            <p:ph idx="16" type="pic"/>
          </p:nvPr>
        </p:nvSpPr>
        <p:spPr>
          <a:xfrm>
            <a:off x="5235410" y="2073439"/>
            <a:ext cx="1621032" cy="1841551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135" name="Google Shape;135;p11"/>
          <p:cNvSpPr/>
          <p:nvPr>
            <p:ph idx="17" type="pic"/>
          </p:nvPr>
        </p:nvSpPr>
        <p:spPr>
          <a:xfrm>
            <a:off x="7361474" y="2073439"/>
            <a:ext cx="1621032" cy="1841551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136" name="Google Shape;136;p11"/>
          <p:cNvSpPr/>
          <p:nvPr>
            <p:ph idx="18" type="pic"/>
          </p:nvPr>
        </p:nvSpPr>
        <p:spPr>
          <a:xfrm>
            <a:off x="9487536" y="2073439"/>
            <a:ext cx="1621032" cy="1841551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137" name="Google Shape;137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Mate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8" name="Google Shape;138;p11"/>
          <p:cNvSpPr txBox="1"/>
          <p:nvPr>
            <p:ph idx="11" type="ftr"/>
          </p:nvPr>
        </p:nvSpPr>
        <p:spPr>
          <a:xfrm>
            <a:off x="484632" y="621792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9" name="Google Shape;139;p11"/>
          <p:cNvSpPr txBox="1"/>
          <p:nvPr>
            <p:ph idx="12" type="sldNum"/>
          </p:nvPr>
        </p:nvSpPr>
        <p:spPr>
          <a:xfrm>
            <a:off x="11194169" y="6217920"/>
            <a:ext cx="45859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 Column">
  <p:cSld name="5 Column"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2"/>
          <p:cNvSpPr txBox="1"/>
          <p:nvPr>
            <p:ph idx="1" type="body"/>
          </p:nvPr>
        </p:nvSpPr>
        <p:spPr>
          <a:xfrm>
            <a:off x="838200" y="2929823"/>
            <a:ext cx="1865376" cy="2464293"/>
          </a:xfrm>
          <a:prstGeom prst="rect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219450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b="0" sz="15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21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Char char="•"/>
              <a:defRPr sz="1000"/>
            </a:lvl2pPr>
            <a:lvl3pPr indent="-28575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Char char="•"/>
              <a:defRPr sz="900"/>
            </a:lvl3pPr>
            <a:lvl4pPr indent="-2794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800"/>
              <a:buChar char="•"/>
              <a:defRPr sz="800"/>
            </a:lvl4pPr>
            <a:lvl5pPr indent="-2794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800"/>
              <a:buChar char="•"/>
              <a:defRPr sz="8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2" name="Google Shape;142;p12"/>
          <p:cNvSpPr txBox="1"/>
          <p:nvPr>
            <p:ph idx="2" type="body"/>
          </p:nvPr>
        </p:nvSpPr>
        <p:spPr>
          <a:xfrm>
            <a:off x="3000303" y="2929823"/>
            <a:ext cx="1867186" cy="2471878"/>
          </a:xfrm>
          <a:prstGeom prst="rect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219450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b="0" sz="15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21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Char char="•"/>
              <a:defRPr sz="1000"/>
            </a:lvl2pPr>
            <a:lvl3pPr indent="-28575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Char char="•"/>
              <a:defRPr sz="900"/>
            </a:lvl3pPr>
            <a:lvl4pPr indent="-2794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800"/>
              <a:buChar char="•"/>
              <a:defRPr sz="800"/>
            </a:lvl4pPr>
            <a:lvl5pPr indent="-2794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800"/>
              <a:buChar char="•"/>
              <a:defRPr sz="8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3" name="Google Shape;143;p12"/>
          <p:cNvSpPr txBox="1"/>
          <p:nvPr>
            <p:ph idx="3" type="body"/>
          </p:nvPr>
        </p:nvSpPr>
        <p:spPr>
          <a:xfrm>
            <a:off x="5164216" y="2929823"/>
            <a:ext cx="1865376" cy="2464293"/>
          </a:xfrm>
          <a:prstGeom prst="rect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219450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b="0" sz="15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21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Char char="•"/>
              <a:defRPr sz="1000"/>
            </a:lvl2pPr>
            <a:lvl3pPr indent="-28575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Char char="•"/>
              <a:defRPr sz="900"/>
            </a:lvl3pPr>
            <a:lvl4pPr indent="-2794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800"/>
              <a:buChar char="•"/>
              <a:defRPr sz="800"/>
            </a:lvl4pPr>
            <a:lvl5pPr indent="-2794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800"/>
              <a:buChar char="•"/>
              <a:defRPr sz="8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4" name="Google Shape;144;p12"/>
          <p:cNvSpPr txBox="1"/>
          <p:nvPr>
            <p:ph idx="4" type="body"/>
          </p:nvPr>
        </p:nvSpPr>
        <p:spPr>
          <a:xfrm>
            <a:off x="7326319" y="2929823"/>
            <a:ext cx="1865376" cy="2464293"/>
          </a:xfrm>
          <a:prstGeom prst="rect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219450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b="0" sz="15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21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Char char="•"/>
              <a:defRPr sz="1000"/>
            </a:lvl2pPr>
            <a:lvl3pPr indent="-28575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Char char="•"/>
              <a:defRPr sz="900"/>
            </a:lvl3pPr>
            <a:lvl4pPr indent="-2794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800"/>
              <a:buChar char="•"/>
              <a:defRPr sz="800"/>
            </a:lvl4pPr>
            <a:lvl5pPr indent="-2794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800"/>
              <a:buChar char="•"/>
              <a:defRPr sz="8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5" name="Google Shape;145;p12"/>
          <p:cNvSpPr txBox="1"/>
          <p:nvPr>
            <p:ph idx="5" type="body"/>
          </p:nvPr>
        </p:nvSpPr>
        <p:spPr>
          <a:xfrm>
            <a:off x="9488424" y="2929823"/>
            <a:ext cx="1865376" cy="2464293"/>
          </a:xfrm>
          <a:prstGeom prst="rect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219450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b="0" sz="15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21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Char char="•"/>
              <a:defRPr sz="1000"/>
            </a:lvl2pPr>
            <a:lvl3pPr indent="-28575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Char char="•"/>
              <a:defRPr sz="900"/>
            </a:lvl3pPr>
            <a:lvl4pPr indent="-2794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800"/>
              <a:buChar char="•"/>
              <a:defRPr sz="800"/>
            </a:lvl4pPr>
            <a:lvl5pPr indent="-2794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800"/>
              <a:buChar char="•"/>
              <a:defRPr sz="8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6" name="Google Shape;146;p12"/>
          <p:cNvSpPr txBox="1"/>
          <p:nvPr>
            <p:ph idx="6" type="body"/>
          </p:nvPr>
        </p:nvSpPr>
        <p:spPr>
          <a:xfrm>
            <a:off x="838200" y="2067143"/>
            <a:ext cx="1865376" cy="866219"/>
          </a:xfrm>
          <a:prstGeom prst="rect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1" i="0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7" name="Google Shape;147;p1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Mate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8" name="Google Shape;148;p12"/>
          <p:cNvSpPr txBox="1"/>
          <p:nvPr>
            <p:ph idx="7" type="body"/>
          </p:nvPr>
        </p:nvSpPr>
        <p:spPr>
          <a:xfrm>
            <a:off x="3000756" y="2067143"/>
            <a:ext cx="1865376" cy="866219"/>
          </a:xfrm>
          <a:prstGeom prst="rect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1" i="0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9" name="Google Shape;149;p12"/>
          <p:cNvSpPr txBox="1"/>
          <p:nvPr>
            <p:ph idx="8" type="body"/>
          </p:nvPr>
        </p:nvSpPr>
        <p:spPr>
          <a:xfrm>
            <a:off x="5163312" y="2067143"/>
            <a:ext cx="1865376" cy="866219"/>
          </a:xfrm>
          <a:prstGeom prst="rect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1" i="0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50" name="Google Shape;150;p12"/>
          <p:cNvSpPr txBox="1"/>
          <p:nvPr>
            <p:ph idx="9" type="body"/>
          </p:nvPr>
        </p:nvSpPr>
        <p:spPr>
          <a:xfrm>
            <a:off x="7325868" y="2067143"/>
            <a:ext cx="1865376" cy="866219"/>
          </a:xfrm>
          <a:prstGeom prst="rect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1" i="0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51" name="Google Shape;151;p12"/>
          <p:cNvSpPr txBox="1"/>
          <p:nvPr>
            <p:ph idx="13" type="body"/>
          </p:nvPr>
        </p:nvSpPr>
        <p:spPr>
          <a:xfrm>
            <a:off x="9488424" y="2067143"/>
            <a:ext cx="1865376" cy="866219"/>
          </a:xfrm>
          <a:prstGeom prst="rect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1" i="0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52" name="Google Shape;152;p12"/>
          <p:cNvSpPr txBox="1"/>
          <p:nvPr>
            <p:ph idx="11" type="ftr"/>
          </p:nvPr>
        </p:nvSpPr>
        <p:spPr>
          <a:xfrm>
            <a:off x="484632" y="621792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3" name="Google Shape;153;p12"/>
          <p:cNvSpPr txBox="1"/>
          <p:nvPr>
            <p:ph idx="12" type="sldNum"/>
          </p:nvPr>
        </p:nvSpPr>
        <p:spPr>
          <a:xfrm>
            <a:off x="11194169" y="6217920"/>
            <a:ext cx="45859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meline">
  <p:cSld name="Timeline"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3"/>
          <p:cNvSpPr/>
          <p:nvPr/>
        </p:nvSpPr>
        <p:spPr>
          <a:xfrm>
            <a:off x="1295508" y="3039919"/>
            <a:ext cx="2375255" cy="2734936"/>
          </a:xfrm>
          <a:custGeom>
            <a:rect b="b" l="l" r="r" t="t"/>
            <a:pathLst>
              <a:path extrusionOk="0" h="5032188" w="4387647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cap="flat" cmpd="sng" w="19050">
            <a:solidFill>
              <a:srgbClr val="FFF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Mate"/>
              <a:ea typeface="Mate"/>
              <a:cs typeface="Mate"/>
              <a:sym typeface="Mate"/>
            </a:endParaRPr>
          </a:p>
        </p:txBody>
      </p:sp>
      <p:sp>
        <p:nvSpPr>
          <p:cNvPr id="156" name="Google Shape;156;p13"/>
          <p:cNvSpPr/>
          <p:nvPr/>
        </p:nvSpPr>
        <p:spPr>
          <a:xfrm>
            <a:off x="3670763" y="1677046"/>
            <a:ext cx="2375255" cy="2734936"/>
          </a:xfrm>
          <a:custGeom>
            <a:rect b="b" l="l" r="r" t="t"/>
            <a:pathLst>
              <a:path extrusionOk="0" h="5032188" w="4387647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cap="flat" cmpd="sng" w="19050">
            <a:solidFill>
              <a:srgbClr val="FFF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Mate"/>
              <a:ea typeface="Mate"/>
              <a:cs typeface="Mate"/>
              <a:sym typeface="Mate"/>
            </a:endParaRPr>
          </a:p>
        </p:txBody>
      </p:sp>
      <p:sp>
        <p:nvSpPr>
          <p:cNvPr id="157" name="Google Shape;157;p13"/>
          <p:cNvSpPr/>
          <p:nvPr/>
        </p:nvSpPr>
        <p:spPr>
          <a:xfrm>
            <a:off x="4865676" y="3722308"/>
            <a:ext cx="2375255" cy="2734936"/>
          </a:xfrm>
          <a:custGeom>
            <a:rect b="b" l="l" r="r" t="t"/>
            <a:pathLst>
              <a:path extrusionOk="0" h="5032188" w="4387647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cap="flat" cmpd="sng" w="19050">
            <a:solidFill>
              <a:srgbClr val="FFF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Mate"/>
              <a:ea typeface="Mate"/>
              <a:cs typeface="Mate"/>
              <a:sym typeface="Mate"/>
            </a:endParaRPr>
          </a:p>
        </p:txBody>
      </p:sp>
      <p:sp>
        <p:nvSpPr>
          <p:cNvPr id="158" name="Google Shape;158;p13"/>
          <p:cNvSpPr/>
          <p:nvPr/>
        </p:nvSpPr>
        <p:spPr>
          <a:xfrm>
            <a:off x="7245668" y="3725411"/>
            <a:ext cx="2375255" cy="2734936"/>
          </a:xfrm>
          <a:custGeom>
            <a:rect b="b" l="l" r="r" t="t"/>
            <a:pathLst>
              <a:path extrusionOk="0" h="5032188" w="4387647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cap="flat" cmpd="sng" w="19050">
            <a:solidFill>
              <a:srgbClr val="FFF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Mate"/>
              <a:ea typeface="Mate"/>
              <a:cs typeface="Mate"/>
              <a:sym typeface="Mate"/>
            </a:endParaRPr>
          </a:p>
        </p:txBody>
      </p:sp>
      <p:sp>
        <p:nvSpPr>
          <p:cNvPr id="159" name="Google Shape;159;p13"/>
          <p:cNvSpPr/>
          <p:nvPr/>
        </p:nvSpPr>
        <p:spPr>
          <a:xfrm>
            <a:off x="8440729" y="1677046"/>
            <a:ext cx="2375255" cy="2734936"/>
          </a:xfrm>
          <a:custGeom>
            <a:rect b="b" l="l" r="r" t="t"/>
            <a:pathLst>
              <a:path extrusionOk="0" h="5032188" w="4387647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cap="flat" cmpd="sng" w="19050">
            <a:solidFill>
              <a:srgbClr val="FFF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Mate"/>
              <a:ea typeface="Mate"/>
              <a:cs typeface="Mate"/>
              <a:sym typeface="Mate"/>
            </a:endParaRPr>
          </a:p>
        </p:txBody>
      </p:sp>
      <p:sp>
        <p:nvSpPr>
          <p:cNvPr id="160" name="Google Shape;160;p13"/>
          <p:cNvSpPr/>
          <p:nvPr/>
        </p:nvSpPr>
        <p:spPr>
          <a:xfrm>
            <a:off x="1274779" y="1667026"/>
            <a:ext cx="7152768" cy="2736950"/>
          </a:xfrm>
          <a:custGeom>
            <a:rect b="b" l="l" r="r" t="t"/>
            <a:pathLst>
              <a:path extrusionOk="0" h="2736950" w="7152768">
                <a:moveTo>
                  <a:pt x="0" y="2063113"/>
                </a:moveTo>
                <a:cubicBezTo>
                  <a:pt x="405781" y="1831271"/>
                  <a:pt x="752967" y="1616359"/>
                  <a:pt x="1197659" y="1371385"/>
                </a:cubicBezTo>
                <a:lnTo>
                  <a:pt x="2393620" y="2055218"/>
                </a:lnTo>
                <a:cubicBezTo>
                  <a:pt x="2396863" y="1599639"/>
                  <a:pt x="2385767" y="1153198"/>
                  <a:pt x="2389010" y="697619"/>
                </a:cubicBezTo>
                <a:lnTo>
                  <a:pt x="3577170" y="0"/>
                </a:lnTo>
                <a:lnTo>
                  <a:pt x="4773889" y="698321"/>
                </a:lnTo>
                <a:cubicBezTo>
                  <a:pt x="4772268" y="1155521"/>
                  <a:pt x="4762088" y="1590256"/>
                  <a:pt x="4760467" y="2047456"/>
                </a:cubicBezTo>
                <a:lnTo>
                  <a:pt x="5972264" y="2736950"/>
                </a:lnTo>
                <a:lnTo>
                  <a:pt x="7152768" y="2052536"/>
                </a:lnTo>
              </a:path>
            </a:pathLst>
          </a:custGeom>
          <a:noFill/>
          <a:ln cap="flat" cmpd="sng" w="38100">
            <a:solidFill>
              <a:srgbClr val="2F549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Mate"/>
              <a:ea typeface="Mate"/>
              <a:cs typeface="Mate"/>
              <a:sym typeface="Mate"/>
            </a:endParaRPr>
          </a:p>
        </p:txBody>
      </p:sp>
      <p:sp>
        <p:nvSpPr>
          <p:cNvPr id="161" name="Google Shape;161;p13"/>
          <p:cNvSpPr/>
          <p:nvPr/>
        </p:nvSpPr>
        <p:spPr>
          <a:xfrm>
            <a:off x="8440979" y="1677475"/>
            <a:ext cx="2373549" cy="2062264"/>
          </a:xfrm>
          <a:custGeom>
            <a:rect b="b" l="l" r="r" t="t"/>
            <a:pathLst>
              <a:path extrusionOk="0" h="2062264" w="2373549">
                <a:moveTo>
                  <a:pt x="2373549" y="680936"/>
                </a:moveTo>
                <a:lnTo>
                  <a:pt x="1186774" y="0"/>
                </a:lnTo>
                <a:lnTo>
                  <a:pt x="0" y="690664"/>
                </a:lnTo>
                <a:lnTo>
                  <a:pt x="0" y="2062264"/>
                </a:lnTo>
              </a:path>
            </a:pathLst>
          </a:custGeom>
          <a:noFill/>
          <a:ln cap="flat" cmpd="sng" w="38100">
            <a:solidFill>
              <a:srgbClr val="44678D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Mate"/>
              <a:ea typeface="Mate"/>
              <a:cs typeface="Mate"/>
              <a:sym typeface="Mate"/>
            </a:endParaRPr>
          </a:p>
        </p:txBody>
      </p:sp>
      <p:sp>
        <p:nvSpPr>
          <p:cNvPr id="162" name="Google Shape;162;p13"/>
          <p:cNvSpPr/>
          <p:nvPr/>
        </p:nvSpPr>
        <p:spPr>
          <a:xfrm flipH="1">
            <a:off x="10715501" y="2243467"/>
            <a:ext cx="204312" cy="236468"/>
          </a:xfrm>
          <a:custGeom>
            <a:rect b="b" l="l" r="r" t="t"/>
            <a:pathLst>
              <a:path extrusionOk="0" h="5032188" w="4387647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rgbClr val="2F549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Mate"/>
              <a:ea typeface="Mate"/>
              <a:cs typeface="Mate"/>
              <a:sym typeface="Mate"/>
            </a:endParaRPr>
          </a:p>
        </p:txBody>
      </p:sp>
      <p:sp>
        <p:nvSpPr>
          <p:cNvPr id="163" name="Google Shape;163;p13"/>
          <p:cNvSpPr/>
          <p:nvPr/>
        </p:nvSpPr>
        <p:spPr>
          <a:xfrm flipH="1">
            <a:off x="9534557" y="1571099"/>
            <a:ext cx="204312" cy="236468"/>
          </a:xfrm>
          <a:custGeom>
            <a:rect b="b" l="l" r="r" t="t"/>
            <a:pathLst>
              <a:path extrusionOk="0" h="5032188" w="4387647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rgbClr val="2F549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Mate"/>
              <a:ea typeface="Mate"/>
              <a:cs typeface="Mate"/>
              <a:sym typeface="Mate"/>
            </a:endParaRPr>
          </a:p>
        </p:txBody>
      </p:sp>
      <p:sp>
        <p:nvSpPr>
          <p:cNvPr id="164" name="Google Shape;164;p13"/>
          <p:cNvSpPr/>
          <p:nvPr/>
        </p:nvSpPr>
        <p:spPr>
          <a:xfrm flipH="1">
            <a:off x="8328171" y="2258376"/>
            <a:ext cx="204312" cy="236468"/>
          </a:xfrm>
          <a:custGeom>
            <a:rect b="b" l="l" r="r" t="t"/>
            <a:pathLst>
              <a:path extrusionOk="0" h="5032188" w="4387647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rgbClr val="2F549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Mate"/>
              <a:ea typeface="Mate"/>
              <a:cs typeface="Mate"/>
              <a:sym typeface="Mate"/>
            </a:endParaRPr>
          </a:p>
        </p:txBody>
      </p:sp>
      <p:sp>
        <p:nvSpPr>
          <p:cNvPr id="165" name="Google Shape;165;p13"/>
          <p:cNvSpPr/>
          <p:nvPr/>
        </p:nvSpPr>
        <p:spPr>
          <a:xfrm flipH="1">
            <a:off x="8333460" y="3610854"/>
            <a:ext cx="204312" cy="236468"/>
          </a:xfrm>
          <a:custGeom>
            <a:rect b="b" l="l" r="r" t="t"/>
            <a:pathLst>
              <a:path extrusionOk="0" h="5032188" w="4387647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rgbClr val="2F549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te"/>
              <a:ea typeface="Mate"/>
              <a:cs typeface="Mate"/>
              <a:sym typeface="Mate"/>
            </a:endParaRPr>
          </a:p>
        </p:txBody>
      </p:sp>
      <p:sp>
        <p:nvSpPr>
          <p:cNvPr id="166" name="Google Shape;166;p13"/>
          <p:cNvSpPr/>
          <p:nvPr/>
        </p:nvSpPr>
        <p:spPr>
          <a:xfrm flipH="1">
            <a:off x="7146016" y="4290860"/>
            <a:ext cx="204312" cy="236468"/>
          </a:xfrm>
          <a:custGeom>
            <a:rect b="b" l="l" r="r" t="t"/>
            <a:pathLst>
              <a:path extrusionOk="0" h="5032188" w="4387647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rgbClr val="2F549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te"/>
              <a:ea typeface="Mate"/>
              <a:cs typeface="Mate"/>
              <a:sym typeface="Mate"/>
            </a:endParaRPr>
          </a:p>
        </p:txBody>
      </p:sp>
      <p:sp>
        <p:nvSpPr>
          <p:cNvPr id="167" name="Google Shape;167;p13"/>
          <p:cNvSpPr/>
          <p:nvPr/>
        </p:nvSpPr>
        <p:spPr>
          <a:xfrm flipH="1">
            <a:off x="5937847" y="3613390"/>
            <a:ext cx="204312" cy="236468"/>
          </a:xfrm>
          <a:custGeom>
            <a:rect b="b" l="l" r="r" t="t"/>
            <a:pathLst>
              <a:path extrusionOk="0" h="5032188" w="4387647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rgbClr val="2F549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te"/>
              <a:ea typeface="Mate"/>
              <a:cs typeface="Mate"/>
              <a:sym typeface="Mate"/>
            </a:endParaRPr>
          </a:p>
        </p:txBody>
      </p:sp>
      <p:sp>
        <p:nvSpPr>
          <p:cNvPr id="168" name="Google Shape;168;p13"/>
          <p:cNvSpPr/>
          <p:nvPr/>
        </p:nvSpPr>
        <p:spPr>
          <a:xfrm flipH="1">
            <a:off x="5951993" y="2251300"/>
            <a:ext cx="204312" cy="236468"/>
          </a:xfrm>
          <a:custGeom>
            <a:rect b="b" l="l" r="r" t="t"/>
            <a:pathLst>
              <a:path extrusionOk="0" h="5032188" w="4387647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rgbClr val="2F549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Mate"/>
              <a:ea typeface="Mate"/>
              <a:cs typeface="Mate"/>
              <a:sym typeface="Mate"/>
            </a:endParaRPr>
          </a:p>
        </p:txBody>
      </p:sp>
      <p:sp>
        <p:nvSpPr>
          <p:cNvPr id="169" name="Google Shape;169;p13"/>
          <p:cNvSpPr/>
          <p:nvPr/>
        </p:nvSpPr>
        <p:spPr>
          <a:xfrm flipH="1">
            <a:off x="4778156" y="1565771"/>
            <a:ext cx="204312" cy="236468"/>
          </a:xfrm>
          <a:custGeom>
            <a:rect b="b" l="l" r="r" t="t"/>
            <a:pathLst>
              <a:path extrusionOk="0" h="5032188" w="4387647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rgbClr val="2F549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Mate"/>
              <a:ea typeface="Mate"/>
              <a:cs typeface="Mate"/>
              <a:sym typeface="Mate"/>
            </a:endParaRPr>
          </a:p>
        </p:txBody>
      </p:sp>
      <p:sp>
        <p:nvSpPr>
          <p:cNvPr id="170" name="Google Shape;170;p13"/>
          <p:cNvSpPr/>
          <p:nvPr/>
        </p:nvSpPr>
        <p:spPr>
          <a:xfrm flipH="1">
            <a:off x="3565843" y="2247823"/>
            <a:ext cx="204312" cy="236468"/>
          </a:xfrm>
          <a:custGeom>
            <a:rect b="b" l="l" r="r" t="t"/>
            <a:pathLst>
              <a:path extrusionOk="0" h="5032188" w="4387647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rgbClr val="2F549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Mate"/>
              <a:ea typeface="Mate"/>
              <a:cs typeface="Mate"/>
              <a:sym typeface="Mate"/>
            </a:endParaRPr>
          </a:p>
        </p:txBody>
      </p:sp>
      <p:sp>
        <p:nvSpPr>
          <p:cNvPr id="171" name="Google Shape;171;p13"/>
          <p:cNvSpPr/>
          <p:nvPr/>
        </p:nvSpPr>
        <p:spPr>
          <a:xfrm flipH="1">
            <a:off x="3565952" y="3613390"/>
            <a:ext cx="204312" cy="236468"/>
          </a:xfrm>
          <a:custGeom>
            <a:rect b="b" l="l" r="r" t="t"/>
            <a:pathLst>
              <a:path extrusionOk="0" h="5032188" w="4387647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rgbClr val="2F549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te"/>
              <a:ea typeface="Mate"/>
              <a:cs typeface="Mate"/>
              <a:sym typeface="Mate"/>
            </a:endParaRPr>
          </a:p>
        </p:txBody>
      </p:sp>
      <p:sp>
        <p:nvSpPr>
          <p:cNvPr id="172" name="Google Shape;172;p13"/>
          <p:cNvSpPr/>
          <p:nvPr/>
        </p:nvSpPr>
        <p:spPr>
          <a:xfrm flipH="1">
            <a:off x="2386318" y="2962784"/>
            <a:ext cx="204312" cy="236468"/>
          </a:xfrm>
          <a:custGeom>
            <a:rect b="b" l="l" r="r" t="t"/>
            <a:pathLst>
              <a:path extrusionOk="0" h="5032188" w="4387647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rgbClr val="2F549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Mate"/>
              <a:ea typeface="Mate"/>
              <a:cs typeface="Mate"/>
              <a:sym typeface="Mate"/>
            </a:endParaRPr>
          </a:p>
        </p:txBody>
      </p:sp>
      <p:sp>
        <p:nvSpPr>
          <p:cNvPr id="173" name="Google Shape;173;p13"/>
          <p:cNvSpPr/>
          <p:nvPr/>
        </p:nvSpPr>
        <p:spPr>
          <a:xfrm flipH="1">
            <a:off x="1190302" y="3612210"/>
            <a:ext cx="204312" cy="236468"/>
          </a:xfrm>
          <a:custGeom>
            <a:rect b="b" l="l" r="r" t="t"/>
            <a:pathLst>
              <a:path extrusionOk="0" h="5032188" w="4387647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rgbClr val="2F549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Mate"/>
              <a:ea typeface="Mate"/>
              <a:cs typeface="Mate"/>
              <a:sym typeface="Mate"/>
            </a:endParaRPr>
          </a:p>
        </p:txBody>
      </p:sp>
      <p:sp>
        <p:nvSpPr>
          <p:cNvPr descr="Click icon to add picture" id="174" name="Google Shape;174;p13"/>
          <p:cNvSpPr txBox="1"/>
          <p:nvPr>
            <p:ph idx="1" type="body"/>
          </p:nvPr>
        </p:nvSpPr>
        <p:spPr>
          <a:xfrm>
            <a:off x="1507136" y="3865003"/>
            <a:ext cx="1877575" cy="50639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>
                <a:solidFill>
                  <a:schemeClr val="lt1"/>
                </a:solidFill>
              </a:defRPr>
            </a:lvl1pPr>
            <a:lvl2pPr indent="-2921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Char char="•"/>
              <a:defRPr sz="1000"/>
            </a:lvl2pPr>
            <a:lvl3pPr indent="-28575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Char char="•"/>
              <a:defRPr sz="900"/>
            </a:lvl3pPr>
            <a:lvl4pPr indent="-2794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800"/>
              <a:buChar char="•"/>
              <a:defRPr sz="800"/>
            </a:lvl4pPr>
            <a:lvl5pPr indent="-2794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800"/>
              <a:buChar char="•"/>
              <a:defRPr sz="8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75" name="Google Shape;175;p13"/>
          <p:cNvSpPr txBox="1"/>
          <p:nvPr>
            <p:ph idx="2" type="body"/>
          </p:nvPr>
        </p:nvSpPr>
        <p:spPr>
          <a:xfrm>
            <a:off x="1507136" y="4447079"/>
            <a:ext cx="1877575" cy="5063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0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21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Char char="•"/>
              <a:defRPr sz="1000"/>
            </a:lvl2pPr>
            <a:lvl3pPr indent="-28575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Char char="•"/>
              <a:defRPr sz="900"/>
            </a:lvl3pPr>
            <a:lvl4pPr indent="-2794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800"/>
              <a:buChar char="•"/>
              <a:defRPr sz="800"/>
            </a:lvl4pPr>
            <a:lvl5pPr indent="-2794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800"/>
              <a:buChar char="•"/>
              <a:defRPr sz="8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descr="Click icon to add picture" id="176" name="Google Shape;176;p13"/>
          <p:cNvSpPr txBox="1"/>
          <p:nvPr>
            <p:ph idx="3" type="body"/>
          </p:nvPr>
        </p:nvSpPr>
        <p:spPr>
          <a:xfrm>
            <a:off x="3889942" y="2355643"/>
            <a:ext cx="1877575" cy="50639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>
                <a:solidFill>
                  <a:schemeClr val="lt1"/>
                </a:solidFill>
              </a:defRPr>
            </a:lvl1pPr>
            <a:lvl2pPr indent="-2921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Char char="•"/>
              <a:defRPr sz="1000"/>
            </a:lvl2pPr>
            <a:lvl3pPr indent="-28575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Char char="•"/>
              <a:defRPr sz="900"/>
            </a:lvl3pPr>
            <a:lvl4pPr indent="-2794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800"/>
              <a:buChar char="•"/>
              <a:defRPr sz="800"/>
            </a:lvl4pPr>
            <a:lvl5pPr indent="-2794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800"/>
              <a:buChar char="•"/>
              <a:defRPr sz="8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77" name="Google Shape;177;p13"/>
          <p:cNvSpPr txBox="1"/>
          <p:nvPr>
            <p:ph idx="4" type="body"/>
          </p:nvPr>
        </p:nvSpPr>
        <p:spPr>
          <a:xfrm>
            <a:off x="3889942" y="2937719"/>
            <a:ext cx="1877575" cy="5063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0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21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Char char="•"/>
              <a:defRPr sz="1000"/>
            </a:lvl2pPr>
            <a:lvl3pPr indent="-28575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Char char="•"/>
              <a:defRPr sz="900"/>
            </a:lvl3pPr>
            <a:lvl4pPr indent="-2794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800"/>
              <a:buChar char="•"/>
              <a:defRPr sz="800"/>
            </a:lvl4pPr>
            <a:lvl5pPr indent="-2794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800"/>
              <a:buChar char="•"/>
              <a:defRPr sz="8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descr="Click icon to add picture" id="178" name="Google Shape;178;p13"/>
          <p:cNvSpPr txBox="1"/>
          <p:nvPr>
            <p:ph idx="5" type="body"/>
          </p:nvPr>
        </p:nvSpPr>
        <p:spPr>
          <a:xfrm>
            <a:off x="5107230" y="4469081"/>
            <a:ext cx="1877575" cy="50639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>
                <a:solidFill>
                  <a:schemeClr val="lt1"/>
                </a:solidFill>
              </a:defRPr>
            </a:lvl1pPr>
            <a:lvl2pPr indent="-2921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Char char="•"/>
              <a:defRPr sz="1000"/>
            </a:lvl2pPr>
            <a:lvl3pPr indent="-28575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Char char="•"/>
              <a:defRPr sz="900"/>
            </a:lvl3pPr>
            <a:lvl4pPr indent="-2794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800"/>
              <a:buChar char="•"/>
              <a:defRPr sz="800"/>
            </a:lvl4pPr>
            <a:lvl5pPr indent="-2794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800"/>
              <a:buChar char="•"/>
              <a:defRPr sz="8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79" name="Google Shape;179;p13"/>
          <p:cNvSpPr txBox="1"/>
          <p:nvPr>
            <p:ph idx="6" type="body"/>
          </p:nvPr>
        </p:nvSpPr>
        <p:spPr>
          <a:xfrm>
            <a:off x="5107230" y="5051157"/>
            <a:ext cx="1877575" cy="5063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0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21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Char char="•"/>
              <a:defRPr sz="1000"/>
            </a:lvl2pPr>
            <a:lvl3pPr indent="-28575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Char char="•"/>
              <a:defRPr sz="900"/>
            </a:lvl3pPr>
            <a:lvl4pPr indent="-2794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800"/>
              <a:buChar char="•"/>
              <a:defRPr sz="800"/>
            </a:lvl4pPr>
            <a:lvl5pPr indent="-2794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800"/>
              <a:buChar char="•"/>
              <a:defRPr sz="8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descr="Click icon to add picture" id="180" name="Google Shape;180;p13"/>
          <p:cNvSpPr txBox="1"/>
          <p:nvPr>
            <p:ph idx="7" type="body"/>
          </p:nvPr>
        </p:nvSpPr>
        <p:spPr>
          <a:xfrm>
            <a:off x="7501941" y="4469081"/>
            <a:ext cx="1877575" cy="50639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>
                <a:solidFill>
                  <a:schemeClr val="lt1"/>
                </a:solidFill>
              </a:defRPr>
            </a:lvl1pPr>
            <a:lvl2pPr indent="-2921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Char char="•"/>
              <a:defRPr sz="1000"/>
            </a:lvl2pPr>
            <a:lvl3pPr indent="-28575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Char char="•"/>
              <a:defRPr sz="900"/>
            </a:lvl3pPr>
            <a:lvl4pPr indent="-2794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800"/>
              <a:buChar char="•"/>
              <a:defRPr sz="800"/>
            </a:lvl4pPr>
            <a:lvl5pPr indent="-2794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800"/>
              <a:buChar char="•"/>
              <a:defRPr sz="8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1" name="Google Shape;181;p13"/>
          <p:cNvSpPr txBox="1"/>
          <p:nvPr>
            <p:ph idx="8" type="body"/>
          </p:nvPr>
        </p:nvSpPr>
        <p:spPr>
          <a:xfrm>
            <a:off x="7501941" y="5051157"/>
            <a:ext cx="1877575" cy="5063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0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21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Char char="•"/>
              <a:defRPr sz="1000"/>
            </a:lvl2pPr>
            <a:lvl3pPr indent="-28575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Char char="•"/>
              <a:defRPr sz="900"/>
            </a:lvl3pPr>
            <a:lvl4pPr indent="-2794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800"/>
              <a:buChar char="•"/>
              <a:defRPr sz="800"/>
            </a:lvl4pPr>
            <a:lvl5pPr indent="-2794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800"/>
              <a:buChar char="•"/>
              <a:defRPr sz="8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descr="Click icon to add picture" id="182" name="Google Shape;182;p13"/>
          <p:cNvSpPr txBox="1"/>
          <p:nvPr>
            <p:ph idx="9" type="body"/>
          </p:nvPr>
        </p:nvSpPr>
        <p:spPr>
          <a:xfrm>
            <a:off x="8734718" y="2355643"/>
            <a:ext cx="1877575" cy="50639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>
                <a:solidFill>
                  <a:schemeClr val="lt1"/>
                </a:solidFill>
              </a:defRPr>
            </a:lvl1pPr>
            <a:lvl2pPr indent="-2921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Char char="•"/>
              <a:defRPr sz="1000"/>
            </a:lvl2pPr>
            <a:lvl3pPr indent="-28575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Char char="•"/>
              <a:defRPr sz="900"/>
            </a:lvl3pPr>
            <a:lvl4pPr indent="-2794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800"/>
              <a:buChar char="•"/>
              <a:defRPr sz="800"/>
            </a:lvl4pPr>
            <a:lvl5pPr indent="-2794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800"/>
              <a:buChar char="•"/>
              <a:defRPr sz="8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3" name="Google Shape;183;p13"/>
          <p:cNvSpPr txBox="1"/>
          <p:nvPr>
            <p:ph idx="13" type="body"/>
          </p:nvPr>
        </p:nvSpPr>
        <p:spPr>
          <a:xfrm>
            <a:off x="8734718" y="2937719"/>
            <a:ext cx="1877575" cy="5063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0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21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Char char="•"/>
              <a:defRPr sz="1000"/>
            </a:lvl2pPr>
            <a:lvl3pPr indent="-28575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Char char="•"/>
              <a:defRPr sz="900"/>
            </a:lvl3pPr>
            <a:lvl4pPr indent="-2794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800"/>
              <a:buChar char="•"/>
              <a:defRPr sz="800"/>
            </a:lvl4pPr>
            <a:lvl5pPr indent="-2794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800"/>
              <a:buChar char="•"/>
              <a:defRPr sz="8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4" name="Google Shape;184;p13"/>
          <p:cNvSpPr txBox="1"/>
          <p:nvPr>
            <p:ph type="title"/>
          </p:nvPr>
        </p:nvSpPr>
        <p:spPr>
          <a:xfrm>
            <a:off x="578914" y="726705"/>
            <a:ext cx="10515600" cy="120505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Mate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5" name="Google Shape;185;p13"/>
          <p:cNvSpPr txBox="1"/>
          <p:nvPr>
            <p:ph idx="11" type="ftr"/>
          </p:nvPr>
        </p:nvSpPr>
        <p:spPr>
          <a:xfrm>
            <a:off x="484632" y="621792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6" name="Google Shape;186;p13"/>
          <p:cNvSpPr txBox="1"/>
          <p:nvPr>
            <p:ph idx="12" type="sldNum"/>
          </p:nvPr>
        </p:nvSpPr>
        <p:spPr>
          <a:xfrm>
            <a:off x="11194169" y="6217920"/>
            <a:ext cx="45859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4"/>
          <p:cNvSpPr/>
          <p:nvPr/>
        </p:nvSpPr>
        <p:spPr>
          <a:xfrm>
            <a:off x="636161" y="5854024"/>
            <a:ext cx="2330137" cy="708120"/>
          </a:xfrm>
          <a:prstGeom prst="rect">
            <a:avLst/>
          </a:prstGeom>
          <a:solidFill>
            <a:srgbClr val="0F263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p14"/>
          <p:cNvSpPr/>
          <p:nvPr/>
        </p:nvSpPr>
        <p:spPr>
          <a:xfrm flipH="1">
            <a:off x="769290" y="491100"/>
            <a:ext cx="1886361" cy="2213189"/>
          </a:xfrm>
          <a:custGeom>
            <a:rect b="b" l="l" r="r" t="t"/>
            <a:pathLst>
              <a:path extrusionOk="0" h="5032188" w="4387647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p14"/>
          <p:cNvSpPr/>
          <p:nvPr/>
        </p:nvSpPr>
        <p:spPr>
          <a:xfrm flipH="1">
            <a:off x="783145" y="4057904"/>
            <a:ext cx="1886359" cy="2213189"/>
          </a:xfrm>
          <a:custGeom>
            <a:rect b="b" l="l" r="r" t="t"/>
            <a:pathLst>
              <a:path extrusionOk="0" h="5032188" w="4387647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rgbClr val="8DA9D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p14"/>
          <p:cNvSpPr/>
          <p:nvPr/>
        </p:nvSpPr>
        <p:spPr>
          <a:xfrm flipH="1">
            <a:off x="0" y="3709992"/>
            <a:ext cx="1157948" cy="1502830"/>
          </a:xfrm>
          <a:custGeom>
            <a:rect b="b" l="l" r="r" t="t"/>
            <a:pathLst>
              <a:path extrusionOk="0" h="1502830" w="1157948">
                <a:moveTo>
                  <a:pt x="638572" y="0"/>
                </a:moveTo>
                <a:lnTo>
                  <a:pt x="0" y="378385"/>
                </a:lnTo>
                <a:lnTo>
                  <a:pt x="0" y="1129800"/>
                </a:lnTo>
                <a:lnTo>
                  <a:pt x="640317" y="1502830"/>
                </a:lnTo>
                <a:lnTo>
                  <a:pt x="1157948" y="1200968"/>
                </a:lnTo>
                <a:lnTo>
                  <a:pt x="1157948" y="304639"/>
                </a:lnTo>
                <a:close/>
              </a:path>
            </a:pathLst>
          </a:custGeom>
          <a:noFill/>
          <a:ln cap="flat" cmpd="sng" w="19050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Click icon to add picture" id="192" name="Google Shape;192;p14"/>
          <p:cNvSpPr txBox="1"/>
          <p:nvPr>
            <p:ph idx="1" type="body"/>
          </p:nvPr>
        </p:nvSpPr>
        <p:spPr>
          <a:xfrm>
            <a:off x="4550705" y="3625598"/>
            <a:ext cx="2653545" cy="58796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>
                <a:solidFill>
                  <a:schemeClr val="lt1"/>
                </a:solidFill>
              </a:defRPr>
            </a:lvl1pPr>
            <a:lvl2pPr indent="-2921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Char char="•"/>
              <a:defRPr sz="1000"/>
            </a:lvl2pPr>
            <a:lvl3pPr indent="-28575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Char char="•"/>
              <a:defRPr sz="900"/>
            </a:lvl3pPr>
            <a:lvl4pPr indent="-2794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800"/>
              <a:buChar char="•"/>
              <a:defRPr sz="800"/>
            </a:lvl4pPr>
            <a:lvl5pPr indent="-2794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800"/>
              <a:buChar char="•"/>
              <a:defRPr sz="8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93" name="Google Shape;193;p14"/>
          <p:cNvSpPr txBox="1"/>
          <p:nvPr>
            <p:ph idx="2" type="body"/>
          </p:nvPr>
        </p:nvSpPr>
        <p:spPr>
          <a:xfrm>
            <a:off x="4550705" y="4246516"/>
            <a:ext cx="2653545" cy="172710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0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21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Char char="•"/>
              <a:defRPr sz="1000"/>
            </a:lvl2pPr>
            <a:lvl3pPr indent="-28575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Char char="•"/>
              <a:defRPr sz="900"/>
            </a:lvl3pPr>
            <a:lvl4pPr indent="-2794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800"/>
              <a:buChar char="•"/>
              <a:defRPr sz="800"/>
            </a:lvl4pPr>
            <a:lvl5pPr indent="-2794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800"/>
              <a:buChar char="•"/>
              <a:defRPr sz="8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94" name="Google Shape;194;p14"/>
          <p:cNvSpPr/>
          <p:nvPr>
            <p:ph idx="3" type="pic"/>
          </p:nvPr>
        </p:nvSpPr>
        <p:spPr>
          <a:xfrm>
            <a:off x="1788170" y="2296125"/>
            <a:ext cx="1886360" cy="2144668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195" name="Google Shape;195;p14"/>
          <p:cNvSpPr txBox="1"/>
          <p:nvPr>
            <p:ph type="title"/>
          </p:nvPr>
        </p:nvSpPr>
        <p:spPr>
          <a:xfrm>
            <a:off x="4550704" y="1690878"/>
            <a:ext cx="6599429" cy="13255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descr="Click icon to add picture" id="196" name="Google Shape;196;p14"/>
          <p:cNvSpPr txBox="1"/>
          <p:nvPr>
            <p:ph idx="4" type="body"/>
          </p:nvPr>
        </p:nvSpPr>
        <p:spPr>
          <a:xfrm>
            <a:off x="7811506" y="3625598"/>
            <a:ext cx="2653545" cy="58796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>
                <a:solidFill>
                  <a:schemeClr val="lt1"/>
                </a:solidFill>
              </a:defRPr>
            </a:lvl1pPr>
            <a:lvl2pPr indent="-2921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Char char="•"/>
              <a:defRPr sz="1000"/>
            </a:lvl2pPr>
            <a:lvl3pPr indent="-28575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Char char="•"/>
              <a:defRPr sz="900"/>
            </a:lvl3pPr>
            <a:lvl4pPr indent="-2794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800"/>
              <a:buChar char="•"/>
              <a:defRPr sz="800"/>
            </a:lvl4pPr>
            <a:lvl5pPr indent="-2794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800"/>
              <a:buChar char="•"/>
              <a:defRPr sz="8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97" name="Google Shape;197;p14"/>
          <p:cNvSpPr txBox="1"/>
          <p:nvPr>
            <p:ph idx="5" type="body"/>
          </p:nvPr>
        </p:nvSpPr>
        <p:spPr>
          <a:xfrm>
            <a:off x="7811506" y="4246516"/>
            <a:ext cx="2653545" cy="172710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0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21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Char char="•"/>
              <a:defRPr sz="1000"/>
            </a:lvl2pPr>
            <a:lvl3pPr indent="-28575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Char char="•"/>
              <a:defRPr sz="900"/>
            </a:lvl3pPr>
            <a:lvl4pPr indent="-2794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800"/>
              <a:buChar char="•"/>
              <a:defRPr sz="800"/>
            </a:lvl4pPr>
            <a:lvl5pPr indent="-2794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800"/>
              <a:buChar char="•"/>
              <a:defRPr sz="8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98" name="Google Shape;198;p14"/>
          <p:cNvSpPr txBox="1"/>
          <p:nvPr>
            <p:ph idx="12" type="sldNum"/>
          </p:nvPr>
        </p:nvSpPr>
        <p:spPr>
          <a:xfrm>
            <a:off x="11194169" y="6217920"/>
            <a:ext cx="45859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Content">
  <p:cSld name="Three Content"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5"/>
          <p:cNvSpPr/>
          <p:nvPr/>
        </p:nvSpPr>
        <p:spPr>
          <a:xfrm>
            <a:off x="0" y="2860787"/>
            <a:ext cx="2361029" cy="3676532"/>
          </a:xfrm>
          <a:custGeom>
            <a:rect b="b" l="l" r="r" t="t"/>
            <a:pathLst>
              <a:path extrusionOk="0" h="3676532" w="2361029">
                <a:moveTo>
                  <a:pt x="773997" y="0"/>
                </a:moveTo>
                <a:lnTo>
                  <a:pt x="2361029" y="925683"/>
                </a:lnTo>
                <a:lnTo>
                  <a:pt x="2361029" y="2763949"/>
                </a:lnTo>
                <a:lnTo>
                  <a:pt x="769661" y="3676532"/>
                </a:lnTo>
                <a:lnTo>
                  <a:pt x="0" y="3234717"/>
                </a:lnTo>
                <a:lnTo>
                  <a:pt x="0" y="446885"/>
                </a:lnTo>
                <a:close/>
              </a:path>
            </a:pathLst>
          </a:cu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p15"/>
          <p:cNvSpPr/>
          <p:nvPr/>
        </p:nvSpPr>
        <p:spPr>
          <a:xfrm flipH="1">
            <a:off x="1014233" y="5253270"/>
            <a:ext cx="1710765" cy="1593273"/>
          </a:xfrm>
          <a:custGeom>
            <a:rect b="b" l="l" r="r" t="t"/>
            <a:pathLst>
              <a:path extrusionOk="0" h="1593273" w="1710765">
                <a:moveTo>
                  <a:pt x="852873" y="0"/>
                </a:moveTo>
                <a:lnTo>
                  <a:pt x="0" y="494134"/>
                </a:lnTo>
                <a:lnTo>
                  <a:pt x="0" y="1475410"/>
                </a:lnTo>
                <a:lnTo>
                  <a:pt x="206916" y="1593273"/>
                </a:lnTo>
                <a:lnTo>
                  <a:pt x="1502835" y="1593273"/>
                </a:lnTo>
                <a:lnTo>
                  <a:pt x="1709418" y="1475480"/>
                </a:lnTo>
                <a:cubicBezTo>
                  <a:pt x="1707864" y="1146834"/>
                  <a:pt x="1711961" y="820449"/>
                  <a:pt x="1710407" y="491803"/>
                </a:cubicBezTo>
                <a:close/>
              </a:path>
            </a:pathLst>
          </a:custGeom>
          <a:noFill/>
          <a:ln cap="flat" cmpd="sng" w="1905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Click icon to add picture" id="202" name="Google Shape;202;p15"/>
          <p:cNvSpPr txBox="1"/>
          <p:nvPr>
            <p:ph idx="1" type="body"/>
          </p:nvPr>
        </p:nvSpPr>
        <p:spPr>
          <a:xfrm>
            <a:off x="5271609" y="1025236"/>
            <a:ext cx="5162709" cy="42068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i="0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21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Char char="•"/>
              <a:defRPr sz="1000"/>
            </a:lvl2pPr>
            <a:lvl3pPr indent="-28575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Char char="•"/>
              <a:defRPr sz="900"/>
            </a:lvl3pPr>
            <a:lvl4pPr indent="-2794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800"/>
              <a:buChar char="•"/>
              <a:defRPr sz="800"/>
            </a:lvl4pPr>
            <a:lvl5pPr indent="-2794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800"/>
              <a:buChar char="•"/>
              <a:defRPr sz="8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3" name="Google Shape;203;p15"/>
          <p:cNvSpPr txBox="1"/>
          <p:nvPr>
            <p:ph idx="2" type="body"/>
          </p:nvPr>
        </p:nvSpPr>
        <p:spPr>
          <a:xfrm>
            <a:off x="5271608" y="1469069"/>
            <a:ext cx="5162709" cy="15061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175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b="0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2100" lvl="1" marL="914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000"/>
              <a:buChar char="•"/>
              <a:defRPr sz="1000"/>
            </a:lvl2pPr>
            <a:lvl3pPr indent="-28575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Char char="•"/>
              <a:defRPr sz="900"/>
            </a:lvl3pPr>
            <a:lvl4pPr indent="-2794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800"/>
              <a:buChar char="•"/>
              <a:defRPr sz="800"/>
            </a:lvl4pPr>
            <a:lvl5pPr indent="-2794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800"/>
              <a:buChar char="•"/>
              <a:defRPr sz="8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descr="Click icon to add picture" id="204" name="Google Shape;204;p15"/>
          <p:cNvSpPr txBox="1"/>
          <p:nvPr>
            <p:ph idx="3" type="body"/>
          </p:nvPr>
        </p:nvSpPr>
        <p:spPr>
          <a:xfrm>
            <a:off x="5271609" y="2984685"/>
            <a:ext cx="5162709" cy="42068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i="0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21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Char char="•"/>
              <a:defRPr sz="1000"/>
            </a:lvl2pPr>
            <a:lvl3pPr indent="-28575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Char char="•"/>
              <a:defRPr sz="900"/>
            </a:lvl3pPr>
            <a:lvl4pPr indent="-2794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800"/>
              <a:buChar char="•"/>
              <a:defRPr sz="800"/>
            </a:lvl4pPr>
            <a:lvl5pPr indent="-2794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800"/>
              <a:buChar char="•"/>
              <a:defRPr sz="8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descr="Click icon to add picture" id="205" name="Google Shape;205;p15"/>
          <p:cNvSpPr txBox="1"/>
          <p:nvPr>
            <p:ph idx="4" type="body"/>
          </p:nvPr>
        </p:nvSpPr>
        <p:spPr>
          <a:xfrm>
            <a:off x="5271607" y="4597473"/>
            <a:ext cx="5162709" cy="42139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i="0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21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Char char="•"/>
              <a:defRPr sz="1000"/>
            </a:lvl2pPr>
            <a:lvl3pPr indent="-28575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Char char="•"/>
              <a:defRPr sz="900"/>
            </a:lvl3pPr>
            <a:lvl4pPr indent="-2794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800"/>
              <a:buChar char="•"/>
              <a:defRPr sz="800"/>
            </a:lvl4pPr>
            <a:lvl5pPr indent="-2794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800"/>
              <a:buChar char="•"/>
              <a:defRPr sz="8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6" name="Google Shape;206;p15"/>
          <p:cNvSpPr txBox="1"/>
          <p:nvPr>
            <p:ph idx="5" type="body"/>
          </p:nvPr>
        </p:nvSpPr>
        <p:spPr>
          <a:xfrm>
            <a:off x="5271608" y="3419684"/>
            <a:ext cx="5162709" cy="117778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175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b="0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2100" lvl="1" marL="914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000"/>
              <a:buChar char="•"/>
              <a:defRPr sz="1000"/>
            </a:lvl2pPr>
            <a:lvl3pPr indent="-28575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Char char="•"/>
              <a:defRPr sz="900"/>
            </a:lvl3pPr>
            <a:lvl4pPr indent="-2794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800"/>
              <a:buChar char="•"/>
              <a:defRPr sz="800"/>
            </a:lvl4pPr>
            <a:lvl5pPr indent="-2794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800"/>
              <a:buChar char="•"/>
              <a:defRPr sz="8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7" name="Google Shape;207;p15"/>
          <p:cNvSpPr txBox="1"/>
          <p:nvPr>
            <p:ph idx="6" type="body"/>
          </p:nvPr>
        </p:nvSpPr>
        <p:spPr>
          <a:xfrm>
            <a:off x="5271608" y="5041922"/>
            <a:ext cx="5162709" cy="16359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175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b="0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2100" lvl="1" marL="914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000"/>
              <a:buChar char="•"/>
              <a:defRPr sz="1000"/>
            </a:lvl2pPr>
            <a:lvl3pPr indent="-28575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Char char="•"/>
              <a:defRPr sz="900"/>
            </a:lvl3pPr>
            <a:lvl4pPr indent="-2794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800"/>
              <a:buChar char="•"/>
              <a:defRPr sz="800"/>
            </a:lvl4pPr>
            <a:lvl5pPr indent="-2794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800"/>
              <a:buChar char="•"/>
              <a:defRPr sz="8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8" name="Google Shape;208;p15"/>
          <p:cNvSpPr/>
          <p:nvPr/>
        </p:nvSpPr>
        <p:spPr>
          <a:xfrm flipH="1">
            <a:off x="2631891" y="4699053"/>
            <a:ext cx="668814" cy="784693"/>
          </a:xfrm>
          <a:custGeom>
            <a:rect b="b" l="l" r="r" t="t"/>
            <a:pathLst>
              <a:path extrusionOk="0" h="5032188" w="4387647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rgbClr val="8DA9D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15"/>
          <p:cNvSpPr txBox="1"/>
          <p:nvPr>
            <p:ph type="title"/>
          </p:nvPr>
        </p:nvSpPr>
        <p:spPr>
          <a:xfrm>
            <a:off x="502665" y="707105"/>
            <a:ext cx="3994173" cy="22775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0" name="Google Shape;210;p15"/>
          <p:cNvSpPr/>
          <p:nvPr>
            <p:ph idx="7" type="pic"/>
          </p:nvPr>
        </p:nvSpPr>
        <p:spPr>
          <a:xfrm>
            <a:off x="4734172" y="1141669"/>
            <a:ext cx="507778" cy="565882"/>
          </a:xfrm>
          <a:prstGeom prst="rect">
            <a:avLst/>
          </a:prstGeom>
          <a:noFill/>
          <a:ln>
            <a:noFill/>
          </a:ln>
        </p:spPr>
      </p:sp>
      <p:sp>
        <p:nvSpPr>
          <p:cNvPr id="211" name="Google Shape;211;p15"/>
          <p:cNvSpPr/>
          <p:nvPr>
            <p:ph idx="8" type="pic"/>
          </p:nvPr>
        </p:nvSpPr>
        <p:spPr>
          <a:xfrm>
            <a:off x="4724705" y="3105650"/>
            <a:ext cx="536270" cy="565882"/>
          </a:xfrm>
          <a:prstGeom prst="rect">
            <a:avLst/>
          </a:prstGeom>
          <a:noFill/>
          <a:ln>
            <a:noFill/>
          </a:ln>
        </p:spPr>
      </p:sp>
      <p:sp>
        <p:nvSpPr>
          <p:cNvPr id="212" name="Google Shape;212;p15"/>
          <p:cNvSpPr/>
          <p:nvPr>
            <p:ph idx="9" type="pic"/>
          </p:nvPr>
        </p:nvSpPr>
        <p:spPr>
          <a:xfrm>
            <a:off x="4714069" y="4716041"/>
            <a:ext cx="536270" cy="565882"/>
          </a:xfrm>
          <a:prstGeom prst="rect">
            <a:avLst/>
          </a:prstGeom>
          <a:noFill/>
          <a:ln>
            <a:noFill/>
          </a:ln>
        </p:spPr>
      </p:sp>
      <p:sp>
        <p:nvSpPr>
          <p:cNvPr id="213" name="Google Shape;213;p15"/>
          <p:cNvSpPr txBox="1"/>
          <p:nvPr>
            <p:ph idx="12" type="sldNum"/>
          </p:nvPr>
        </p:nvSpPr>
        <p:spPr>
          <a:xfrm>
            <a:off x="11194169" y="6217920"/>
            <a:ext cx="45859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4_自定义版式">
  <p:cSld name="14_自定义版式"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16"/>
          <p:cNvSpPr/>
          <p:nvPr>
            <p:ph idx="2" type="pic"/>
          </p:nvPr>
        </p:nvSpPr>
        <p:spPr>
          <a:xfrm>
            <a:off x="7493157" y="529148"/>
            <a:ext cx="4248873" cy="473113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6" name="Google Shape;216;p16"/>
          <p:cNvSpPr txBox="1"/>
          <p:nvPr>
            <p:ph idx="1" type="body"/>
          </p:nvPr>
        </p:nvSpPr>
        <p:spPr>
          <a:xfrm>
            <a:off x="517427" y="3253120"/>
            <a:ext cx="4959822" cy="200715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b="0" sz="15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21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Char char="•"/>
              <a:defRPr sz="1000"/>
            </a:lvl2pPr>
            <a:lvl3pPr indent="-28575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Char char="•"/>
              <a:defRPr sz="900"/>
            </a:lvl3pPr>
            <a:lvl4pPr indent="-2794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800"/>
              <a:buChar char="•"/>
              <a:defRPr sz="800"/>
            </a:lvl4pPr>
            <a:lvl5pPr indent="-2794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800"/>
              <a:buChar char="•"/>
              <a:defRPr sz="8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17" name="Google Shape;217;p16"/>
          <p:cNvSpPr/>
          <p:nvPr/>
        </p:nvSpPr>
        <p:spPr>
          <a:xfrm flipH="1">
            <a:off x="7400972" y="4594440"/>
            <a:ext cx="1347680" cy="1581179"/>
          </a:xfrm>
          <a:custGeom>
            <a:rect b="b" l="l" r="r" t="t"/>
            <a:pathLst>
              <a:path extrusionOk="0" h="5032188" w="4387647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cap="flat" cmpd="sng" w="19050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" name="Google Shape;218;p16"/>
          <p:cNvSpPr/>
          <p:nvPr/>
        </p:nvSpPr>
        <p:spPr>
          <a:xfrm>
            <a:off x="6521016" y="4772906"/>
            <a:ext cx="663381" cy="758922"/>
          </a:xfrm>
          <a:custGeom>
            <a:rect b="b" l="l" r="r" t="t"/>
            <a:pathLst>
              <a:path extrusionOk="0" h="5032188" w="4398682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Mate"/>
              <a:ea typeface="Mate"/>
              <a:cs typeface="Mate"/>
              <a:sym typeface="Mate"/>
            </a:endParaRPr>
          </a:p>
        </p:txBody>
      </p:sp>
      <p:sp>
        <p:nvSpPr>
          <p:cNvPr id="219" name="Google Shape;219;p16"/>
          <p:cNvSpPr txBox="1"/>
          <p:nvPr>
            <p:ph type="title"/>
          </p:nvPr>
        </p:nvSpPr>
        <p:spPr>
          <a:xfrm>
            <a:off x="517427" y="2497488"/>
            <a:ext cx="9823998" cy="13255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0" name="Google Shape;220;p16"/>
          <p:cNvSpPr txBox="1"/>
          <p:nvPr>
            <p:ph idx="11" type="ftr"/>
          </p:nvPr>
        </p:nvSpPr>
        <p:spPr>
          <a:xfrm>
            <a:off x="484632" y="621792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1" name="Google Shape;221;p16"/>
          <p:cNvSpPr txBox="1"/>
          <p:nvPr>
            <p:ph idx="12" type="sldNum"/>
          </p:nvPr>
        </p:nvSpPr>
        <p:spPr>
          <a:xfrm>
            <a:off x="11194169" y="6217920"/>
            <a:ext cx="45859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 you">
  <p:cSld name="Thank you"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17"/>
          <p:cNvSpPr/>
          <p:nvPr/>
        </p:nvSpPr>
        <p:spPr>
          <a:xfrm>
            <a:off x="410352" y="12435"/>
            <a:ext cx="1455521" cy="1019127"/>
          </a:xfrm>
          <a:custGeom>
            <a:rect b="b" l="l" r="r" t="t"/>
            <a:pathLst>
              <a:path extrusionOk="0" h="1019127" w="1455521">
                <a:moveTo>
                  <a:pt x="219223" y="0"/>
                </a:moveTo>
                <a:lnTo>
                  <a:pt x="1236298" y="0"/>
                </a:lnTo>
                <a:lnTo>
                  <a:pt x="1455521" y="385779"/>
                </a:lnTo>
                <a:lnTo>
                  <a:pt x="1095615" y="1019127"/>
                </a:lnTo>
                <a:lnTo>
                  <a:pt x="359906" y="1019127"/>
                </a:lnTo>
                <a:lnTo>
                  <a:pt x="0" y="385779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224;p17"/>
          <p:cNvSpPr/>
          <p:nvPr/>
        </p:nvSpPr>
        <p:spPr>
          <a:xfrm>
            <a:off x="1579486" y="450004"/>
            <a:ext cx="1455521" cy="1266696"/>
          </a:xfrm>
          <a:prstGeom prst="hexagon">
            <a:avLst>
              <a:gd fmla="val 28413" name="adj"/>
              <a:gd fmla="val 115470" name="vf"/>
            </a:avLst>
          </a:prstGeom>
          <a:solidFill>
            <a:srgbClr val="83A2C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" name="Google Shape;225;p17"/>
          <p:cNvSpPr/>
          <p:nvPr/>
        </p:nvSpPr>
        <p:spPr>
          <a:xfrm>
            <a:off x="412218" y="1136470"/>
            <a:ext cx="1455521" cy="1266696"/>
          </a:xfrm>
          <a:prstGeom prst="hexagon">
            <a:avLst>
              <a:gd fmla="val 28413" name="adj"/>
              <a:gd fmla="val 115470" name="vf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" name="Google Shape;226;p17"/>
          <p:cNvSpPr/>
          <p:nvPr/>
        </p:nvSpPr>
        <p:spPr>
          <a:xfrm>
            <a:off x="1580070" y="1812437"/>
            <a:ext cx="1455521" cy="1266696"/>
          </a:xfrm>
          <a:prstGeom prst="hexagon">
            <a:avLst>
              <a:gd fmla="val 28413" name="adj"/>
              <a:gd fmla="val 115470" name="vf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" name="Google Shape;227;p17"/>
          <p:cNvSpPr/>
          <p:nvPr/>
        </p:nvSpPr>
        <p:spPr>
          <a:xfrm>
            <a:off x="3953772" y="4582171"/>
            <a:ext cx="1455521" cy="1266696"/>
          </a:xfrm>
          <a:prstGeom prst="hexagon">
            <a:avLst>
              <a:gd fmla="val 28413" name="adj"/>
              <a:gd fmla="val 115470" name="vf"/>
            </a:avLst>
          </a:prstGeom>
          <a:solidFill>
            <a:srgbClr val="83A2C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" name="Google Shape;228;p17"/>
          <p:cNvSpPr/>
          <p:nvPr/>
        </p:nvSpPr>
        <p:spPr>
          <a:xfrm>
            <a:off x="3955762" y="5952136"/>
            <a:ext cx="1455521" cy="932559"/>
          </a:xfrm>
          <a:custGeom>
            <a:rect b="b" l="l" r="r" t="t"/>
            <a:pathLst>
              <a:path extrusionOk="0" h="932559" w="1455521">
                <a:moveTo>
                  <a:pt x="359906" y="0"/>
                </a:moveTo>
                <a:lnTo>
                  <a:pt x="1095615" y="0"/>
                </a:lnTo>
                <a:lnTo>
                  <a:pt x="1455521" y="633348"/>
                </a:lnTo>
                <a:lnTo>
                  <a:pt x="1285492" y="932559"/>
                </a:lnTo>
                <a:lnTo>
                  <a:pt x="170030" y="932559"/>
                </a:lnTo>
                <a:lnTo>
                  <a:pt x="0" y="633348"/>
                </a:lnTo>
                <a:close/>
              </a:path>
            </a:pathLst>
          </a:custGeom>
          <a:solidFill>
            <a:srgbClr val="D9E5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" name="Google Shape;229;p17"/>
          <p:cNvSpPr/>
          <p:nvPr/>
        </p:nvSpPr>
        <p:spPr>
          <a:xfrm>
            <a:off x="2783996" y="5245443"/>
            <a:ext cx="1455521" cy="1266696"/>
          </a:xfrm>
          <a:prstGeom prst="hexagon">
            <a:avLst>
              <a:gd fmla="val 28413" name="adj"/>
              <a:gd fmla="val 115470" name="vf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" name="Google Shape;230;p17"/>
          <p:cNvSpPr/>
          <p:nvPr/>
        </p:nvSpPr>
        <p:spPr>
          <a:xfrm>
            <a:off x="2767144" y="3880620"/>
            <a:ext cx="1455521" cy="1266696"/>
          </a:xfrm>
          <a:prstGeom prst="hexagon">
            <a:avLst>
              <a:gd fmla="val 28413" name="adj"/>
              <a:gd fmla="val 115470" name="vf"/>
            </a:avLst>
          </a:prstGeom>
          <a:solidFill>
            <a:srgbClr val="334C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" name="Google Shape;231;p17"/>
          <p:cNvSpPr/>
          <p:nvPr/>
        </p:nvSpPr>
        <p:spPr>
          <a:xfrm>
            <a:off x="3702" y="448131"/>
            <a:ext cx="678871" cy="1266696"/>
          </a:xfrm>
          <a:custGeom>
            <a:rect b="b" l="l" r="r" t="t"/>
            <a:pathLst>
              <a:path extrusionOk="0" h="1266696" w="678871">
                <a:moveTo>
                  <a:pt x="0" y="0"/>
                </a:moveTo>
                <a:lnTo>
                  <a:pt x="318965" y="0"/>
                </a:lnTo>
                <a:lnTo>
                  <a:pt x="678871" y="633348"/>
                </a:lnTo>
                <a:lnTo>
                  <a:pt x="318965" y="1266696"/>
                </a:lnTo>
                <a:lnTo>
                  <a:pt x="0" y="1266696"/>
                </a:lnTo>
                <a:close/>
              </a:path>
            </a:pathLst>
          </a:custGeom>
          <a:noFill/>
          <a:ln cap="flat" cmpd="sng" w="19050">
            <a:solidFill>
              <a:srgbClr val="8DA9D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" name="Google Shape;232;p17"/>
          <p:cNvSpPr/>
          <p:nvPr/>
        </p:nvSpPr>
        <p:spPr>
          <a:xfrm>
            <a:off x="1580353" y="3182793"/>
            <a:ext cx="1455521" cy="1266696"/>
          </a:xfrm>
          <a:prstGeom prst="hexagon">
            <a:avLst>
              <a:gd fmla="val 28413" name="adj"/>
              <a:gd fmla="val 115470" name="vf"/>
            </a:avLst>
          </a:prstGeom>
          <a:noFill/>
          <a:ln cap="flat" cmpd="sng" w="1905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" name="Google Shape;233;p17"/>
          <p:cNvSpPr/>
          <p:nvPr/>
        </p:nvSpPr>
        <p:spPr>
          <a:xfrm>
            <a:off x="6334981" y="5962237"/>
            <a:ext cx="1455521" cy="901561"/>
          </a:xfrm>
          <a:custGeom>
            <a:rect b="b" l="l" r="r" t="t"/>
            <a:pathLst>
              <a:path extrusionOk="0" h="901561" w="1455521">
                <a:moveTo>
                  <a:pt x="359906" y="0"/>
                </a:moveTo>
                <a:lnTo>
                  <a:pt x="1095615" y="0"/>
                </a:lnTo>
                <a:lnTo>
                  <a:pt x="1455521" y="633348"/>
                </a:lnTo>
                <a:lnTo>
                  <a:pt x="1303107" y="901561"/>
                </a:lnTo>
                <a:lnTo>
                  <a:pt x="152415" y="901561"/>
                </a:lnTo>
                <a:lnTo>
                  <a:pt x="0" y="633348"/>
                </a:lnTo>
                <a:close/>
              </a:path>
            </a:pathLst>
          </a:custGeom>
          <a:noFill/>
          <a:ln cap="flat" cmpd="sng" w="19050">
            <a:solidFill>
              <a:srgbClr val="98432A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" name="Google Shape;234;p17"/>
          <p:cNvSpPr/>
          <p:nvPr>
            <p:ph idx="2" type="pic"/>
          </p:nvPr>
        </p:nvSpPr>
        <p:spPr>
          <a:xfrm>
            <a:off x="2754948" y="2502098"/>
            <a:ext cx="1465840" cy="1289394"/>
          </a:xfrm>
          <a:prstGeom prst="hexagon">
            <a:avLst>
              <a:gd fmla="val 28349" name="adj"/>
              <a:gd fmla="val 115470" name="vf"/>
            </a:avLst>
          </a:prstGeom>
          <a:noFill/>
          <a:ln>
            <a:noFill/>
          </a:ln>
        </p:spPr>
      </p:sp>
      <p:sp>
        <p:nvSpPr>
          <p:cNvPr id="235" name="Google Shape;235;p17"/>
          <p:cNvSpPr/>
          <p:nvPr>
            <p:ph idx="3" type="pic"/>
          </p:nvPr>
        </p:nvSpPr>
        <p:spPr>
          <a:xfrm>
            <a:off x="391110" y="2493385"/>
            <a:ext cx="1465840" cy="1289394"/>
          </a:xfrm>
          <a:prstGeom prst="hexagon">
            <a:avLst>
              <a:gd fmla="val 28349" name="adj"/>
              <a:gd fmla="val 115470" name="vf"/>
            </a:avLst>
          </a:prstGeom>
          <a:noFill/>
          <a:ln>
            <a:noFill/>
          </a:ln>
        </p:spPr>
      </p:sp>
      <p:sp>
        <p:nvSpPr>
          <p:cNvPr id="236" name="Google Shape;236;p17"/>
          <p:cNvSpPr/>
          <p:nvPr>
            <p:ph idx="4" type="pic"/>
          </p:nvPr>
        </p:nvSpPr>
        <p:spPr>
          <a:xfrm>
            <a:off x="5151412" y="5238680"/>
            <a:ext cx="1465840" cy="1289394"/>
          </a:xfrm>
          <a:prstGeom prst="hexagon">
            <a:avLst>
              <a:gd fmla="val 28349" name="adj"/>
              <a:gd fmla="val 115470" name="vf"/>
            </a:avLst>
          </a:prstGeom>
          <a:noFill/>
          <a:ln>
            <a:noFill/>
          </a:ln>
        </p:spPr>
      </p:sp>
      <p:sp>
        <p:nvSpPr>
          <p:cNvPr id="237" name="Google Shape;237;p17"/>
          <p:cNvSpPr/>
          <p:nvPr>
            <p:ph idx="5" type="pic"/>
          </p:nvPr>
        </p:nvSpPr>
        <p:spPr>
          <a:xfrm>
            <a:off x="3948599" y="3194928"/>
            <a:ext cx="1465840" cy="1289394"/>
          </a:xfrm>
          <a:prstGeom prst="hexagon">
            <a:avLst>
              <a:gd fmla="val 28349" name="adj"/>
              <a:gd fmla="val 115470" name="vf"/>
            </a:avLst>
          </a:prstGeom>
          <a:noFill/>
          <a:ln>
            <a:noFill/>
          </a:ln>
        </p:spPr>
      </p:sp>
      <p:sp>
        <p:nvSpPr>
          <p:cNvPr descr="Click icon to add picture" id="238" name="Google Shape;238;p17"/>
          <p:cNvSpPr txBox="1"/>
          <p:nvPr>
            <p:ph idx="1" type="body"/>
          </p:nvPr>
        </p:nvSpPr>
        <p:spPr>
          <a:xfrm>
            <a:off x="6096000" y="3093990"/>
            <a:ext cx="3034145" cy="18797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indent="-2921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Char char="•"/>
              <a:defRPr sz="1000"/>
            </a:lvl2pPr>
            <a:lvl3pPr indent="-28575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Char char="•"/>
              <a:defRPr sz="900"/>
            </a:lvl3pPr>
            <a:lvl4pPr indent="-2794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800"/>
              <a:buChar char="•"/>
              <a:defRPr sz="800"/>
            </a:lvl4pPr>
            <a:lvl5pPr indent="-2794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800"/>
              <a:buChar char="•"/>
              <a:defRPr sz="8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39" name="Google Shape;239;p17"/>
          <p:cNvSpPr txBox="1"/>
          <p:nvPr>
            <p:ph type="title"/>
          </p:nvPr>
        </p:nvSpPr>
        <p:spPr>
          <a:xfrm>
            <a:off x="6096000" y="1703538"/>
            <a:ext cx="5055698" cy="13255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0" name="Google Shape;240;p17"/>
          <p:cNvSpPr/>
          <p:nvPr/>
        </p:nvSpPr>
        <p:spPr>
          <a:xfrm>
            <a:off x="-6538" y="1815084"/>
            <a:ext cx="697438" cy="1266696"/>
          </a:xfrm>
          <a:custGeom>
            <a:rect b="b" l="l" r="r" t="t"/>
            <a:pathLst>
              <a:path extrusionOk="0" h="1266696" w="697438">
                <a:moveTo>
                  <a:pt x="8792" y="8793"/>
                </a:moveTo>
                <a:lnTo>
                  <a:pt x="337532" y="0"/>
                </a:lnTo>
                <a:lnTo>
                  <a:pt x="697438" y="633348"/>
                </a:lnTo>
                <a:lnTo>
                  <a:pt x="337532" y="1266696"/>
                </a:lnTo>
                <a:lnTo>
                  <a:pt x="0" y="1266696"/>
                </a:lnTo>
                <a:cubicBezTo>
                  <a:pt x="0" y="844464"/>
                  <a:pt x="8792" y="431025"/>
                  <a:pt x="8792" y="8793"/>
                </a:cubicBezTo>
                <a:close/>
              </a:path>
            </a:pathLst>
          </a:custGeom>
          <a:noFill/>
          <a:ln cap="flat" cmpd="sng" w="19050">
            <a:solidFill>
              <a:srgbClr val="D5DFE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theme" Target="../theme/theme2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6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11194169" y="6217920"/>
            <a:ext cx="45859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ct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ct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ct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ct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ct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ct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ct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ct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ct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55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55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Mate"/>
              <a:buNone/>
              <a:defRPr b="1" i="0" sz="4400" u="none" cap="none" strike="noStrike">
                <a:solidFill>
                  <a:schemeClr val="lt1"/>
                </a:solidFill>
                <a:latin typeface="Mate"/>
                <a:ea typeface="Mate"/>
                <a:cs typeface="Mate"/>
                <a:sym typeface="Mat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3" name="Google Shape;13;p1"/>
          <p:cNvSpPr txBox="1"/>
          <p:nvPr>
            <p:ph idx="11" type="ftr"/>
          </p:nvPr>
        </p:nvSpPr>
        <p:spPr>
          <a:xfrm>
            <a:off x="484632" y="621792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4032">
          <p15:clr>
            <a:srgbClr val="F26B43"/>
          </p15:clr>
        </p15:guide>
        <p15:guide id="2" pos="3840">
          <p15:clr>
            <a:srgbClr val="F26B43"/>
          </p15:clr>
        </p15:guide>
        <p15:guide id="3" pos="5640">
          <p15:clr>
            <a:srgbClr val="F26B43"/>
          </p15:clr>
        </p15:guide>
        <p15:guide id="4" pos="1656">
          <p15:clr>
            <a:srgbClr val="F26B43"/>
          </p15:clr>
        </p15:guide>
        <p15:guide id="5" pos="5208">
          <p15:clr>
            <a:srgbClr val="F26B43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.jpg"/><Relationship Id="rId4" Type="http://schemas.openxmlformats.org/officeDocument/2006/relationships/image" Target="../media/image4.jpg"/><Relationship Id="rId5" Type="http://schemas.openxmlformats.org/officeDocument/2006/relationships/image" Target="../media/image2.jpg"/><Relationship Id="rId6" Type="http://schemas.openxmlformats.org/officeDocument/2006/relationships/image" Target="../media/image5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18"/>
          <p:cNvSpPr txBox="1"/>
          <p:nvPr>
            <p:ph type="title"/>
          </p:nvPr>
        </p:nvSpPr>
        <p:spPr>
          <a:xfrm>
            <a:off x="1484764" y="1986926"/>
            <a:ext cx="5257793" cy="20574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Mate"/>
              <a:buNone/>
            </a:pPr>
            <a:r>
              <a:rPr lang="en-US"/>
              <a:t>Intermediate Code Generator</a:t>
            </a:r>
            <a:endParaRPr/>
          </a:p>
        </p:txBody>
      </p:sp>
      <p:sp>
        <p:nvSpPr>
          <p:cNvPr id="246" name="Google Shape;246;p18"/>
          <p:cNvSpPr txBox="1"/>
          <p:nvPr>
            <p:ph idx="1" type="body"/>
          </p:nvPr>
        </p:nvSpPr>
        <p:spPr>
          <a:xfrm>
            <a:off x="1601366" y="4172084"/>
            <a:ext cx="4362706" cy="11988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</a:pPr>
            <a:r>
              <a:rPr lang="en-US">
                <a:latin typeface="Mate"/>
                <a:ea typeface="Mate"/>
                <a:cs typeface="Mate"/>
                <a:sym typeface="Mate"/>
              </a:rPr>
              <a:t>Presented By:</a:t>
            </a:r>
            <a:endParaRPr>
              <a:latin typeface="Mate"/>
              <a:ea typeface="Mate"/>
              <a:cs typeface="Mate"/>
              <a:sym typeface="Mate"/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</a:pPr>
            <a:r>
              <a:rPr lang="en-US">
                <a:latin typeface="Mate"/>
                <a:ea typeface="Mate"/>
                <a:cs typeface="Mate"/>
                <a:sym typeface="Mate"/>
              </a:rPr>
              <a:t>Mihir Tripathy (RA2011033010076)</a:t>
            </a:r>
            <a:endParaRPr>
              <a:latin typeface="Mate"/>
              <a:ea typeface="Mate"/>
              <a:cs typeface="Mate"/>
              <a:sym typeface="Mate"/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</a:pPr>
            <a:r>
              <a:rPr lang="en-US">
                <a:latin typeface="Mate"/>
                <a:ea typeface="Mate"/>
                <a:cs typeface="Mate"/>
                <a:sym typeface="Mate"/>
              </a:rPr>
              <a:t>Aman Agarwal (RA011033010078)</a:t>
            </a:r>
            <a:endParaRPr>
              <a:latin typeface="Mate"/>
              <a:ea typeface="Mate"/>
              <a:cs typeface="Mate"/>
              <a:sym typeface="Mate"/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</a:pPr>
            <a:r>
              <a:t/>
            </a:r>
            <a:endParaRPr>
              <a:latin typeface="Mate"/>
              <a:ea typeface="Mate"/>
              <a:cs typeface="Mate"/>
              <a:sym typeface="Mate"/>
            </a:endParaRPr>
          </a:p>
        </p:txBody>
      </p:sp>
      <p:pic>
        <p:nvPicPr>
          <p:cNvPr id="247" name="Google Shape;247;p18"/>
          <p:cNvPicPr preferRelativeResize="0"/>
          <p:nvPr/>
        </p:nvPicPr>
        <p:blipFill rotWithShape="1">
          <a:blip r:embed="rId3">
            <a:alphaModFix/>
          </a:blip>
          <a:srcRect b="2555" l="0" r="0" t="2555"/>
          <a:stretch/>
        </p:blipFill>
        <p:spPr>
          <a:xfrm>
            <a:off x="6284315" y="3984454"/>
            <a:ext cx="1570617" cy="1796820"/>
          </a:xfrm>
          <a:custGeom>
            <a:rect b="b" l="l" r="r" t="t"/>
            <a:pathLst>
              <a:path extrusionOk="0" h="5066346" w="4405503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  <a:noFill/>
          <a:ln>
            <a:noFill/>
          </a:ln>
        </p:spPr>
      </p:pic>
      <p:pic>
        <p:nvPicPr>
          <p:cNvPr id="248" name="Google Shape;248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897686" y="1064464"/>
            <a:ext cx="1570617" cy="1796820"/>
          </a:xfrm>
          <a:custGeom>
            <a:rect b="b" l="l" r="r" t="t"/>
            <a:pathLst>
              <a:path extrusionOk="0" h="5066346" w="4405503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19"/>
          <p:cNvSpPr txBox="1"/>
          <p:nvPr>
            <p:ph type="title"/>
          </p:nvPr>
        </p:nvSpPr>
        <p:spPr>
          <a:xfrm>
            <a:off x="512572" y="3435545"/>
            <a:ext cx="4253399" cy="17401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Mate"/>
              <a:buNone/>
            </a:pPr>
            <a:r>
              <a:rPr lang="en-US"/>
              <a:t>Agenda</a:t>
            </a:r>
            <a:endParaRPr/>
          </a:p>
        </p:txBody>
      </p:sp>
      <p:sp>
        <p:nvSpPr>
          <p:cNvPr id="254" name="Google Shape;254;p19"/>
          <p:cNvSpPr txBox="1"/>
          <p:nvPr>
            <p:ph idx="1" type="body"/>
          </p:nvPr>
        </p:nvSpPr>
        <p:spPr>
          <a:xfrm>
            <a:off x="6274027" y="1076241"/>
            <a:ext cx="1913128" cy="105472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</a:pPr>
            <a:r>
              <a:rPr lang="en-US">
                <a:latin typeface="Mate"/>
                <a:ea typeface="Mate"/>
                <a:cs typeface="Mate"/>
                <a:sym typeface="Mate"/>
              </a:rPr>
              <a:t>Introduction</a:t>
            </a:r>
            <a:endParaRPr>
              <a:latin typeface="Mate"/>
              <a:ea typeface="Mate"/>
              <a:cs typeface="Mate"/>
              <a:sym typeface="Mate"/>
            </a:endParaRPr>
          </a:p>
        </p:txBody>
      </p:sp>
      <p:sp>
        <p:nvSpPr>
          <p:cNvPr id="255" name="Google Shape;255;p19"/>
          <p:cNvSpPr txBox="1"/>
          <p:nvPr>
            <p:ph idx="2" type="body"/>
          </p:nvPr>
        </p:nvSpPr>
        <p:spPr>
          <a:xfrm>
            <a:off x="8375472" y="1076241"/>
            <a:ext cx="1904890" cy="1054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</a:pPr>
            <a:r>
              <a:rPr lang="en-US">
                <a:latin typeface="Mate"/>
                <a:ea typeface="Mate"/>
                <a:cs typeface="Mate"/>
                <a:sym typeface="Mate"/>
              </a:rPr>
              <a:t>Need for ICG</a:t>
            </a:r>
            <a:endParaRPr>
              <a:latin typeface="Mate"/>
              <a:ea typeface="Mate"/>
              <a:cs typeface="Mate"/>
              <a:sym typeface="Mate"/>
            </a:endParaRPr>
          </a:p>
        </p:txBody>
      </p:sp>
      <p:sp>
        <p:nvSpPr>
          <p:cNvPr id="256" name="Google Shape;256;p19"/>
          <p:cNvSpPr txBox="1"/>
          <p:nvPr>
            <p:ph idx="3" type="body"/>
          </p:nvPr>
        </p:nvSpPr>
        <p:spPr>
          <a:xfrm>
            <a:off x="7321949" y="2844725"/>
            <a:ext cx="1914694" cy="108919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</a:pPr>
            <a:r>
              <a:rPr lang="en-US">
                <a:latin typeface="Mate"/>
                <a:ea typeface="Mate"/>
                <a:cs typeface="Mate"/>
                <a:sym typeface="Mate"/>
              </a:rPr>
              <a:t>Tech Stack</a:t>
            </a:r>
            <a:endParaRPr>
              <a:latin typeface="Mate"/>
              <a:ea typeface="Mate"/>
              <a:cs typeface="Mate"/>
              <a:sym typeface="Mate"/>
            </a:endParaRPr>
          </a:p>
        </p:txBody>
      </p:sp>
      <p:sp>
        <p:nvSpPr>
          <p:cNvPr id="257" name="Google Shape;257;p19"/>
          <p:cNvSpPr txBox="1"/>
          <p:nvPr>
            <p:ph idx="4" type="body"/>
          </p:nvPr>
        </p:nvSpPr>
        <p:spPr>
          <a:xfrm>
            <a:off x="9409651" y="2826795"/>
            <a:ext cx="1913128" cy="11071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</a:pPr>
            <a:r>
              <a:rPr lang="en-US">
                <a:latin typeface="Mate"/>
                <a:ea typeface="Mate"/>
                <a:cs typeface="Mate"/>
                <a:sym typeface="Mate"/>
              </a:rPr>
              <a:t>Future and business prospects</a:t>
            </a:r>
            <a:endParaRPr>
              <a:latin typeface="Mate"/>
              <a:ea typeface="Mate"/>
              <a:cs typeface="Mate"/>
              <a:sym typeface="Mate"/>
            </a:endParaRPr>
          </a:p>
        </p:txBody>
      </p:sp>
      <p:sp>
        <p:nvSpPr>
          <p:cNvPr id="258" name="Google Shape;258;p19"/>
          <p:cNvSpPr txBox="1"/>
          <p:nvPr>
            <p:ph idx="5" type="body"/>
          </p:nvPr>
        </p:nvSpPr>
        <p:spPr>
          <a:xfrm>
            <a:off x="8367234" y="4631270"/>
            <a:ext cx="1913128" cy="107568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</a:pPr>
            <a:r>
              <a:rPr lang="en-US">
                <a:latin typeface="Mate"/>
                <a:ea typeface="Mate"/>
                <a:cs typeface="Mate"/>
                <a:sym typeface="Mate"/>
              </a:rPr>
              <a:t>Conclusion</a:t>
            </a:r>
            <a:endParaRPr>
              <a:latin typeface="Mate"/>
              <a:ea typeface="Mate"/>
              <a:cs typeface="Mate"/>
              <a:sym typeface="Mate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20"/>
          <p:cNvSpPr txBox="1"/>
          <p:nvPr>
            <p:ph type="title"/>
          </p:nvPr>
        </p:nvSpPr>
        <p:spPr>
          <a:xfrm>
            <a:off x="5990499" y="632329"/>
            <a:ext cx="5553600" cy="28845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Arial"/>
              <a:buNone/>
            </a:pPr>
            <a:r>
              <a:rPr lang="en-US" sz="4400">
                <a:latin typeface="Mate"/>
                <a:ea typeface="Mate"/>
                <a:cs typeface="Mate"/>
                <a:sym typeface="Mate"/>
              </a:rPr>
              <a:t>Introduction</a:t>
            </a:r>
            <a:endParaRPr sz="4400">
              <a:latin typeface="Mate"/>
              <a:ea typeface="Mate"/>
              <a:cs typeface="Mate"/>
              <a:sym typeface="Mate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21"/>
          <p:cNvSpPr txBox="1"/>
          <p:nvPr>
            <p:ph type="title"/>
          </p:nvPr>
        </p:nvSpPr>
        <p:spPr>
          <a:xfrm>
            <a:off x="484624" y="734605"/>
            <a:ext cx="51171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Mate"/>
              <a:buNone/>
            </a:pPr>
            <a:r>
              <a:rPr lang="en-US"/>
              <a:t>Introduction</a:t>
            </a:r>
            <a:endParaRPr/>
          </a:p>
        </p:txBody>
      </p:sp>
      <p:sp>
        <p:nvSpPr>
          <p:cNvPr id="269" name="Google Shape;269;p21"/>
          <p:cNvSpPr txBox="1"/>
          <p:nvPr>
            <p:ph idx="1" type="body"/>
          </p:nvPr>
        </p:nvSpPr>
        <p:spPr>
          <a:xfrm>
            <a:off x="285225" y="2060300"/>
            <a:ext cx="11241000" cy="4242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Mate"/>
              <a:buChar char="●"/>
            </a:pPr>
            <a:r>
              <a:rPr lang="en-US" sz="1800">
                <a:latin typeface="Mate"/>
                <a:ea typeface="Mate"/>
                <a:cs typeface="Mate"/>
                <a:sym typeface="Mate"/>
              </a:rPr>
              <a:t>Intermediate code generation is a crucial part of the compilation process that helps in translating the source code into an efficient and optimized target code.</a:t>
            </a:r>
            <a:r>
              <a:rPr lang="en-US" sz="1800">
                <a:latin typeface="Mate"/>
                <a:ea typeface="Mate"/>
                <a:cs typeface="Mate"/>
                <a:sym typeface="Mate"/>
              </a:rPr>
              <a:t> </a:t>
            </a:r>
            <a:endParaRPr sz="1800">
              <a:latin typeface="Mate"/>
              <a:ea typeface="Mate"/>
              <a:cs typeface="Mate"/>
              <a:sym typeface="Mate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Mate"/>
              <a:ea typeface="Mate"/>
              <a:cs typeface="Mate"/>
              <a:sym typeface="Mate"/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Mate"/>
              <a:buChar char="●"/>
            </a:pPr>
            <a:r>
              <a:rPr lang="en-US" sz="1800">
                <a:latin typeface="Mate"/>
                <a:ea typeface="Mate"/>
                <a:cs typeface="Mate"/>
                <a:sym typeface="Mate"/>
              </a:rPr>
              <a:t>The intermediate code serves as a bridge between the high-level source code and the low-level target code, allowing for easier optimization and analysis. </a:t>
            </a:r>
            <a:endParaRPr sz="1800">
              <a:latin typeface="Mate"/>
              <a:ea typeface="Mate"/>
              <a:cs typeface="Mate"/>
              <a:sym typeface="Mate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Mate"/>
              <a:ea typeface="Mate"/>
              <a:cs typeface="Mate"/>
              <a:sym typeface="Mate"/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Mate"/>
              <a:buChar char="●"/>
            </a:pPr>
            <a:r>
              <a:rPr lang="en-US" sz="1800">
                <a:latin typeface="Mate"/>
                <a:ea typeface="Mate"/>
                <a:cs typeface="Mate"/>
                <a:sym typeface="Mate"/>
              </a:rPr>
              <a:t>The process of intermediate code generation involves several key steps, including lexical analysis, syntax analysis, semantic analysis, and code optimization. </a:t>
            </a:r>
            <a:endParaRPr sz="1800">
              <a:latin typeface="Mate"/>
              <a:ea typeface="Mate"/>
              <a:cs typeface="Mate"/>
              <a:sym typeface="Mate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Mate"/>
              <a:ea typeface="Mate"/>
              <a:cs typeface="Mate"/>
              <a:sym typeface="Mate"/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Mate"/>
              <a:buChar char="●"/>
            </a:pPr>
            <a:r>
              <a:rPr lang="en-US" sz="1800">
                <a:latin typeface="Mate"/>
                <a:ea typeface="Mate"/>
                <a:cs typeface="Mate"/>
                <a:sym typeface="Mate"/>
              </a:rPr>
              <a:t>The use of intermediate code also helps in the development of cross-platform applications, as it allows for the compilation of code on multiple platforms without requiring modifications to the original source code. </a:t>
            </a:r>
            <a:endParaRPr sz="1800">
              <a:latin typeface="Mate"/>
              <a:ea typeface="Mate"/>
              <a:cs typeface="Mate"/>
              <a:sym typeface="Mate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Mate"/>
              <a:ea typeface="Mate"/>
              <a:cs typeface="Mate"/>
              <a:sym typeface="Mate"/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Mate"/>
              <a:buChar char="●"/>
            </a:pPr>
            <a:r>
              <a:rPr lang="en-US" sz="1800">
                <a:latin typeface="Mate"/>
                <a:ea typeface="Mate"/>
                <a:cs typeface="Mate"/>
                <a:sym typeface="Mate"/>
              </a:rPr>
              <a:t>In this project, we aim to develop an intermediate code generator for the C++ programming language that will help in translating C++ code into a more efficient and optimized format.</a:t>
            </a:r>
            <a:endParaRPr sz="1800">
              <a:latin typeface="Mate"/>
              <a:ea typeface="Mate"/>
              <a:cs typeface="Mate"/>
              <a:sym typeface="Mate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22"/>
          <p:cNvSpPr txBox="1"/>
          <p:nvPr>
            <p:ph type="title"/>
          </p:nvPr>
        </p:nvSpPr>
        <p:spPr>
          <a:xfrm>
            <a:off x="5990499" y="632329"/>
            <a:ext cx="5553600" cy="28845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Arial"/>
              <a:buNone/>
            </a:pPr>
            <a:r>
              <a:rPr lang="en-US" sz="4400">
                <a:latin typeface="Mate"/>
                <a:ea typeface="Mate"/>
                <a:cs typeface="Mate"/>
                <a:sym typeface="Mate"/>
              </a:rPr>
              <a:t>Need for ICG</a:t>
            </a:r>
            <a:endParaRPr sz="4400">
              <a:latin typeface="Mate"/>
              <a:ea typeface="Mate"/>
              <a:cs typeface="Mate"/>
              <a:sym typeface="Mate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23"/>
          <p:cNvSpPr txBox="1"/>
          <p:nvPr>
            <p:ph type="title"/>
          </p:nvPr>
        </p:nvSpPr>
        <p:spPr>
          <a:xfrm>
            <a:off x="484624" y="734605"/>
            <a:ext cx="51171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Mate"/>
              <a:buNone/>
            </a:pPr>
            <a:r>
              <a:rPr lang="en-US"/>
              <a:t>Need for ICG</a:t>
            </a:r>
            <a:endParaRPr/>
          </a:p>
        </p:txBody>
      </p:sp>
      <p:sp>
        <p:nvSpPr>
          <p:cNvPr id="280" name="Google Shape;280;p23"/>
          <p:cNvSpPr txBox="1"/>
          <p:nvPr>
            <p:ph idx="1" type="body"/>
          </p:nvPr>
        </p:nvSpPr>
        <p:spPr>
          <a:xfrm>
            <a:off x="285225" y="2060300"/>
            <a:ext cx="11241000" cy="4242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Mate"/>
              <a:buChar char="●"/>
            </a:pPr>
            <a:r>
              <a:rPr lang="en-US" sz="1800">
                <a:latin typeface="Mate"/>
                <a:ea typeface="Mate"/>
                <a:cs typeface="Mate"/>
                <a:sym typeface="Mate"/>
              </a:rPr>
              <a:t>Helps in separating front-end and back-end of a compiler.</a:t>
            </a:r>
            <a:endParaRPr sz="1800">
              <a:latin typeface="Mate"/>
              <a:ea typeface="Mate"/>
              <a:cs typeface="Mate"/>
              <a:sym typeface="Mate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Mate"/>
              <a:ea typeface="Mate"/>
              <a:cs typeface="Mate"/>
              <a:sym typeface="Mate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Mate"/>
              <a:buChar char="●"/>
            </a:pPr>
            <a:r>
              <a:rPr lang="en-US" sz="1800">
                <a:latin typeface="Mate"/>
                <a:ea typeface="Mate"/>
                <a:cs typeface="Mate"/>
                <a:sym typeface="Mate"/>
              </a:rPr>
              <a:t>Provides a link between syntax analysis and code generation. </a:t>
            </a:r>
            <a:endParaRPr sz="1800">
              <a:latin typeface="Mate"/>
              <a:ea typeface="Mate"/>
              <a:cs typeface="Mate"/>
              <a:sym typeface="Mate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Mate"/>
              <a:ea typeface="Mate"/>
              <a:cs typeface="Mate"/>
              <a:sym typeface="Mate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Mate"/>
              <a:buChar char="●"/>
            </a:pPr>
            <a:r>
              <a:rPr lang="en-US" sz="1800">
                <a:latin typeface="Mate"/>
                <a:ea typeface="Mate"/>
                <a:cs typeface="Mate"/>
                <a:sym typeface="Mate"/>
              </a:rPr>
              <a:t>Improves compiler efficiency by generating code in an intermediate language. </a:t>
            </a:r>
            <a:endParaRPr sz="1800">
              <a:latin typeface="Mate"/>
              <a:ea typeface="Mate"/>
              <a:cs typeface="Mate"/>
              <a:sym typeface="Mate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Mate"/>
              <a:ea typeface="Mate"/>
              <a:cs typeface="Mate"/>
              <a:sym typeface="Mate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Mate"/>
              <a:buChar char="●"/>
            </a:pPr>
            <a:r>
              <a:rPr lang="en-US" sz="1800">
                <a:latin typeface="Mate"/>
                <a:ea typeface="Mate"/>
                <a:cs typeface="Mate"/>
                <a:sym typeface="Mate"/>
              </a:rPr>
              <a:t>Allows for easier modification of the compiler backend for different target machines. </a:t>
            </a:r>
            <a:endParaRPr sz="1800">
              <a:latin typeface="Mate"/>
              <a:ea typeface="Mate"/>
              <a:cs typeface="Mate"/>
              <a:sym typeface="Mate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Mate"/>
              <a:ea typeface="Mate"/>
              <a:cs typeface="Mate"/>
              <a:sym typeface="Mate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Mate"/>
              <a:buChar char="●"/>
            </a:pPr>
            <a:r>
              <a:rPr lang="en-US" sz="1800">
                <a:latin typeface="Mate"/>
                <a:ea typeface="Mate"/>
                <a:cs typeface="Mate"/>
                <a:sym typeface="Mate"/>
              </a:rPr>
              <a:t>Makes it possible to perform optimizations on the intermediate code before generating the final code. </a:t>
            </a:r>
            <a:endParaRPr sz="1800">
              <a:latin typeface="Mate"/>
              <a:ea typeface="Mate"/>
              <a:cs typeface="Mate"/>
              <a:sym typeface="Mate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Mate"/>
              <a:ea typeface="Mate"/>
              <a:cs typeface="Mate"/>
              <a:sym typeface="Mate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Mate"/>
              <a:buChar char="●"/>
            </a:pPr>
            <a:r>
              <a:rPr lang="en-US" sz="1800">
                <a:latin typeface="Mate"/>
                <a:ea typeface="Mate"/>
                <a:cs typeface="Mate"/>
                <a:sym typeface="Mate"/>
              </a:rPr>
              <a:t>Enables faster development of compilers by simplifying the code generation process. </a:t>
            </a:r>
            <a:endParaRPr sz="1800">
              <a:latin typeface="Mate"/>
              <a:ea typeface="Mate"/>
              <a:cs typeface="Mate"/>
              <a:sym typeface="Mate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Mate"/>
              <a:ea typeface="Mate"/>
              <a:cs typeface="Mate"/>
              <a:sym typeface="Mate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Mate"/>
              <a:buChar char="●"/>
            </a:pPr>
            <a:r>
              <a:rPr lang="en-US" sz="1800">
                <a:latin typeface="Mate"/>
                <a:ea typeface="Mate"/>
                <a:cs typeface="Mate"/>
                <a:sym typeface="Mate"/>
              </a:rPr>
              <a:t>Facilitates the implementation of multiple source language compilers targeting a single machine.</a:t>
            </a:r>
            <a:endParaRPr sz="1800">
              <a:latin typeface="Mate"/>
              <a:ea typeface="Mate"/>
              <a:cs typeface="Mate"/>
              <a:sym typeface="Mate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Mate"/>
              <a:ea typeface="Mate"/>
              <a:cs typeface="Mate"/>
              <a:sym typeface="Mate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24"/>
          <p:cNvSpPr txBox="1"/>
          <p:nvPr>
            <p:ph type="title"/>
          </p:nvPr>
        </p:nvSpPr>
        <p:spPr>
          <a:xfrm>
            <a:off x="5990499" y="632329"/>
            <a:ext cx="5553600" cy="28845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Arial"/>
              <a:buNone/>
            </a:pPr>
            <a:r>
              <a:rPr lang="en-US" sz="4400">
                <a:latin typeface="Mate"/>
                <a:ea typeface="Mate"/>
                <a:cs typeface="Mate"/>
                <a:sym typeface="Mate"/>
              </a:rPr>
              <a:t>Tech Stack</a:t>
            </a:r>
            <a:endParaRPr sz="4400">
              <a:latin typeface="Mate"/>
              <a:ea typeface="Mate"/>
              <a:cs typeface="Mate"/>
              <a:sym typeface="Mate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25"/>
          <p:cNvSpPr txBox="1"/>
          <p:nvPr>
            <p:ph type="title"/>
          </p:nvPr>
        </p:nvSpPr>
        <p:spPr>
          <a:xfrm>
            <a:off x="587829" y="507076"/>
            <a:ext cx="10515600" cy="111543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Mate"/>
              <a:buNone/>
            </a:pPr>
            <a:r>
              <a:rPr lang="en-US"/>
              <a:t>Tech Stack [Frontend]</a:t>
            </a:r>
            <a:endParaRPr/>
          </a:p>
        </p:txBody>
      </p:sp>
      <p:sp>
        <p:nvSpPr>
          <p:cNvPr id="291" name="Google Shape;291;p25"/>
          <p:cNvSpPr txBox="1"/>
          <p:nvPr/>
        </p:nvSpPr>
        <p:spPr>
          <a:xfrm>
            <a:off x="703375" y="2060925"/>
            <a:ext cx="9833400" cy="350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te"/>
              <a:buChar char="●"/>
            </a:pPr>
            <a:r>
              <a:rPr lang="en-US" sz="1800">
                <a:solidFill>
                  <a:schemeClr val="lt1"/>
                </a:solidFill>
                <a:latin typeface="Mate"/>
                <a:ea typeface="Mate"/>
                <a:cs typeface="Mate"/>
                <a:sym typeface="Mate"/>
              </a:rPr>
              <a:t>For the frontend of this project, we are using a combination of Python, HTML, and CSS. </a:t>
            </a:r>
            <a:endParaRPr sz="1800">
              <a:solidFill>
                <a:schemeClr val="lt1"/>
              </a:solidFill>
              <a:latin typeface="Mate"/>
              <a:ea typeface="Mate"/>
              <a:cs typeface="Mate"/>
              <a:sym typeface="Mate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ate"/>
              <a:ea typeface="Mate"/>
              <a:cs typeface="Mate"/>
              <a:sym typeface="Mate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te"/>
              <a:buChar char="●"/>
            </a:pPr>
            <a:r>
              <a:rPr lang="en-US" sz="1800">
                <a:solidFill>
                  <a:schemeClr val="lt1"/>
                </a:solidFill>
                <a:latin typeface="Mate"/>
                <a:ea typeface="Mate"/>
                <a:cs typeface="Mate"/>
                <a:sym typeface="Mate"/>
              </a:rPr>
              <a:t>Python is used to handle the server-side logic and communication with the backend. </a:t>
            </a:r>
            <a:endParaRPr sz="1800">
              <a:solidFill>
                <a:schemeClr val="lt1"/>
              </a:solidFill>
              <a:latin typeface="Mate"/>
              <a:ea typeface="Mate"/>
              <a:cs typeface="Mate"/>
              <a:sym typeface="Mate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ate"/>
              <a:ea typeface="Mate"/>
              <a:cs typeface="Mate"/>
              <a:sym typeface="Mate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te"/>
              <a:buChar char="●"/>
            </a:pPr>
            <a:r>
              <a:rPr lang="en-US" sz="1800">
                <a:solidFill>
                  <a:schemeClr val="lt1"/>
                </a:solidFill>
                <a:latin typeface="Mate"/>
                <a:ea typeface="Mate"/>
                <a:cs typeface="Mate"/>
                <a:sym typeface="Mate"/>
              </a:rPr>
              <a:t>HTML is used to create the structure of the web pages, define the content, and provide the basic layout. </a:t>
            </a:r>
            <a:endParaRPr sz="1800">
              <a:solidFill>
                <a:schemeClr val="lt1"/>
              </a:solidFill>
              <a:latin typeface="Mate"/>
              <a:ea typeface="Mate"/>
              <a:cs typeface="Mate"/>
              <a:sym typeface="Mate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ate"/>
              <a:ea typeface="Mate"/>
              <a:cs typeface="Mate"/>
              <a:sym typeface="Mate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te"/>
              <a:buChar char="●"/>
            </a:pPr>
            <a:r>
              <a:rPr lang="en-US" sz="1800">
                <a:solidFill>
                  <a:schemeClr val="lt1"/>
                </a:solidFill>
                <a:latin typeface="Mate"/>
                <a:ea typeface="Mate"/>
                <a:cs typeface="Mate"/>
                <a:sym typeface="Mate"/>
              </a:rPr>
              <a:t>CSS is used to style and customize the HTML elements, giving the web pages a visually appealing and responsive design. </a:t>
            </a:r>
            <a:endParaRPr sz="1800">
              <a:solidFill>
                <a:schemeClr val="lt1"/>
              </a:solidFill>
              <a:latin typeface="Mate"/>
              <a:ea typeface="Mate"/>
              <a:cs typeface="Mate"/>
              <a:sym typeface="Mate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ate"/>
              <a:ea typeface="Mate"/>
              <a:cs typeface="Mate"/>
              <a:sym typeface="Mate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te"/>
              <a:buChar char="●"/>
            </a:pPr>
            <a:r>
              <a:rPr lang="en-US" sz="1800">
                <a:solidFill>
                  <a:schemeClr val="lt1"/>
                </a:solidFill>
                <a:latin typeface="Mate"/>
                <a:ea typeface="Mate"/>
                <a:cs typeface="Mate"/>
                <a:sym typeface="Mate"/>
              </a:rPr>
              <a:t>We are also utilizing various Python libraries and frameworks such as Django and Flask to streamline the development process and enhance the functionality of the frontend.</a:t>
            </a:r>
            <a:endParaRPr sz="1800">
              <a:solidFill>
                <a:schemeClr val="lt1"/>
              </a:solidFill>
              <a:latin typeface="Mate"/>
              <a:ea typeface="Mate"/>
              <a:cs typeface="Mate"/>
              <a:sym typeface="Mate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26"/>
          <p:cNvSpPr txBox="1"/>
          <p:nvPr>
            <p:ph type="title"/>
          </p:nvPr>
        </p:nvSpPr>
        <p:spPr>
          <a:xfrm>
            <a:off x="581709" y="721538"/>
            <a:ext cx="10889796" cy="14189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Mate"/>
              <a:buNone/>
            </a:pPr>
            <a:r>
              <a:rPr lang="en-US"/>
              <a:t>Tech Stack [Backend]</a:t>
            </a:r>
            <a:endParaRPr/>
          </a:p>
        </p:txBody>
      </p:sp>
      <p:sp>
        <p:nvSpPr>
          <p:cNvPr id="298" name="Google Shape;298;p26"/>
          <p:cNvSpPr txBox="1"/>
          <p:nvPr/>
        </p:nvSpPr>
        <p:spPr>
          <a:xfrm>
            <a:off x="724475" y="1554475"/>
            <a:ext cx="10889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p26"/>
          <p:cNvSpPr txBox="1"/>
          <p:nvPr/>
        </p:nvSpPr>
        <p:spPr>
          <a:xfrm>
            <a:off x="534575" y="1744400"/>
            <a:ext cx="10803900" cy="434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te"/>
              <a:buChar char="●"/>
            </a:pPr>
            <a:r>
              <a:rPr lang="en-US" sz="1800">
                <a:solidFill>
                  <a:schemeClr val="lt1"/>
                </a:solidFill>
                <a:latin typeface="Mate"/>
                <a:ea typeface="Mate"/>
                <a:cs typeface="Mate"/>
                <a:sym typeface="Mate"/>
              </a:rPr>
              <a:t>The backend of this project is built using Python web frameworks such as Django or Flask. </a:t>
            </a:r>
            <a:endParaRPr sz="1800">
              <a:solidFill>
                <a:schemeClr val="lt1"/>
              </a:solidFill>
              <a:latin typeface="Mate"/>
              <a:ea typeface="Mate"/>
              <a:cs typeface="Mate"/>
              <a:sym typeface="Mate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ate"/>
              <a:ea typeface="Mate"/>
              <a:cs typeface="Mate"/>
              <a:sym typeface="Mate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te"/>
              <a:buChar char="●"/>
            </a:pPr>
            <a:r>
              <a:rPr lang="en-US" sz="1800">
                <a:solidFill>
                  <a:schemeClr val="lt1"/>
                </a:solidFill>
                <a:latin typeface="Mate"/>
                <a:ea typeface="Mate"/>
                <a:cs typeface="Mate"/>
                <a:sym typeface="Mate"/>
              </a:rPr>
              <a:t>Django is a high-level Python web framework that follows the Model-View-Controller (MVC) architectural pattern. </a:t>
            </a:r>
            <a:endParaRPr sz="1800">
              <a:solidFill>
                <a:schemeClr val="lt1"/>
              </a:solidFill>
              <a:latin typeface="Mate"/>
              <a:ea typeface="Mate"/>
              <a:cs typeface="Mate"/>
              <a:sym typeface="Mate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ate"/>
              <a:ea typeface="Mate"/>
              <a:cs typeface="Mate"/>
              <a:sym typeface="Mate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te"/>
              <a:buChar char="●"/>
            </a:pPr>
            <a:r>
              <a:rPr lang="en-US" sz="1800">
                <a:solidFill>
                  <a:schemeClr val="lt1"/>
                </a:solidFill>
                <a:latin typeface="Mate"/>
                <a:ea typeface="Mate"/>
                <a:cs typeface="Mate"/>
                <a:sym typeface="Mate"/>
              </a:rPr>
              <a:t>Flask is a lightweight Python web framework that follows the Model-View-Template (MVT) architectural pattern. </a:t>
            </a:r>
            <a:endParaRPr sz="1800">
              <a:solidFill>
                <a:schemeClr val="lt1"/>
              </a:solidFill>
              <a:latin typeface="Mate"/>
              <a:ea typeface="Mate"/>
              <a:cs typeface="Mate"/>
              <a:sym typeface="Mate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ate"/>
              <a:ea typeface="Mate"/>
              <a:cs typeface="Mate"/>
              <a:sym typeface="Mate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te"/>
              <a:buChar char="●"/>
            </a:pPr>
            <a:r>
              <a:rPr lang="en-US" sz="1800">
                <a:solidFill>
                  <a:schemeClr val="lt1"/>
                </a:solidFill>
                <a:latin typeface="Mate"/>
                <a:ea typeface="Mate"/>
                <a:cs typeface="Mate"/>
                <a:sym typeface="Mate"/>
              </a:rPr>
              <a:t>Both Django and Flask are known for their simplicity, flexibility, and scalability. </a:t>
            </a:r>
            <a:endParaRPr sz="1800">
              <a:solidFill>
                <a:schemeClr val="lt1"/>
              </a:solidFill>
              <a:latin typeface="Mate"/>
              <a:ea typeface="Mate"/>
              <a:cs typeface="Mate"/>
              <a:sym typeface="Mate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ate"/>
              <a:ea typeface="Mate"/>
              <a:cs typeface="Mate"/>
              <a:sym typeface="Mate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te"/>
              <a:buChar char="●"/>
            </a:pPr>
            <a:r>
              <a:rPr lang="en-US" sz="1800">
                <a:solidFill>
                  <a:schemeClr val="lt1"/>
                </a:solidFill>
                <a:latin typeface="Mate"/>
                <a:ea typeface="Mate"/>
                <a:cs typeface="Mate"/>
                <a:sym typeface="Mate"/>
              </a:rPr>
              <a:t>Django comes with built-in features such as an ORM, URL routing, and template system, while Flask provides a minimalistic approach and allows for more customization. </a:t>
            </a:r>
            <a:endParaRPr sz="1800">
              <a:solidFill>
                <a:schemeClr val="lt1"/>
              </a:solidFill>
              <a:latin typeface="Mate"/>
              <a:ea typeface="Mate"/>
              <a:cs typeface="Mate"/>
              <a:sym typeface="Mate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ate"/>
              <a:ea typeface="Mate"/>
              <a:cs typeface="Mate"/>
              <a:sym typeface="Mate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te"/>
              <a:buChar char="●"/>
            </a:pPr>
            <a:r>
              <a:rPr lang="en-US" sz="1800">
                <a:solidFill>
                  <a:schemeClr val="lt1"/>
                </a:solidFill>
                <a:latin typeface="Mate"/>
                <a:ea typeface="Mate"/>
                <a:cs typeface="Mate"/>
                <a:sym typeface="Mate"/>
              </a:rPr>
              <a:t>The backend is responsible for receiving the input code, generating the intermediate code, and sending it to the frontend for display.</a:t>
            </a:r>
            <a:endParaRPr sz="1800">
              <a:solidFill>
                <a:schemeClr val="lt1"/>
              </a:solidFill>
              <a:latin typeface="Mate"/>
              <a:ea typeface="Mate"/>
              <a:cs typeface="Mate"/>
              <a:sym typeface="Mate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27"/>
          <p:cNvSpPr txBox="1"/>
          <p:nvPr>
            <p:ph type="title"/>
          </p:nvPr>
        </p:nvSpPr>
        <p:spPr>
          <a:xfrm>
            <a:off x="5990499" y="632329"/>
            <a:ext cx="5553600" cy="28845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Arial"/>
              <a:buNone/>
            </a:pPr>
            <a:r>
              <a:rPr lang="en-US" sz="4400">
                <a:latin typeface="Mate"/>
                <a:ea typeface="Mate"/>
                <a:cs typeface="Mate"/>
                <a:sym typeface="Mate"/>
              </a:rPr>
              <a:t>Business prospects</a:t>
            </a:r>
            <a:endParaRPr sz="4400">
              <a:latin typeface="Mate"/>
              <a:ea typeface="Mate"/>
              <a:cs typeface="Mate"/>
              <a:sym typeface="Mate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28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Mate"/>
              <a:buNone/>
            </a:pPr>
            <a:r>
              <a:rPr lang="en-US"/>
              <a:t>Business Prospects</a:t>
            </a:r>
            <a:endParaRPr/>
          </a:p>
        </p:txBody>
      </p:sp>
      <p:sp>
        <p:nvSpPr>
          <p:cNvPr id="311" name="Google Shape;311;p28"/>
          <p:cNvSpPr txBox="1"/>
          <p:nvPr/>
        </p:nvSpPr>
        <p:spPr>
          <a:xfrm>
            <a:off x="407975" y="1554475"/>
            <a:ext cx="10403100" cy="434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te"/>
              <a:buChar char="●"/>
            </a:pPr>
            <a:r>
              <a:rPr lang="en-US" sz="1800">
                <a:solidFill>
                  <a:schemeClr val="lt1"/>
                </a:solidFill>
                <a:latin typeface="Mate"/>
                <a:ea typeface="Mate"/>
                <a:cs typeface="Mate"/>
                <a:sym typeface="Mate"/>
              </a:rPr>
              <a:t>Intermediate code generation is a crucial part of the software development process, especially for compiler design and optimization. </a:t>
            </a:r>
            <a:endParaRPr sz="1800">
              <a:solidFill>
                <a:schemeClr val="lt1"/>
              </a:solidFill>
              <a:latin typeface="Mate"/>
              <a:ea typeface="Mate"/>
              <a:cs typeface="Mate"/>
              <a:sym typeface="Mat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ate"/>
              <a:ea typeface="Mate"/>
              <a:cs typeface="Mate"/>
              <a:sym typeface="Mate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te"/>
              <a:buChar char="●"/>
            </a:pPr>
            <a:r>
              <a:rPr lang="en-US" sz="1800">
                <a:solidFill>
                  <a:schemeClr val="lt1"/>
                </a:solidFill>
                <a:latin typeface="Mate"/>
                <a:ea typeface="Mate"/>
                <a:cs typeface="Mate"/>
                <a:sym typeface="Mate"/>
              </a:rPr>
              <a:t>The demand for efficient compilers and interpreters is high in industries such as gaming, finance, and artificial intelligence. </a:t>
            </a:r>
            <a:endParaRPr sz="1800">
              <a:solidFill>
                <a:schemeClr val="lt1"/>
              </a:solidFill>
              <a:latin typeface="Mate"/>
              <a:ea typeface="Mate"/>
              <a:cs typeface="Mate"/>
              <a:sym typeface="Mate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ate"/>
              <a:ea typeface="Mate"/>
              <a:cs typeface="Mate"/>
              <a:sym typeface="Mate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te"/>
              <a:buChar char="●"/>
            </a:pPr>
            <a:r>
              <a:rPr lang="en-US" sz="1800">
                <a:solidFill>
                  <a:schemeClr val="lt1"/>
                </a:solidFill>
                <a:latin typeface="Mate"/>
                <a:ea typeface="Mate"/>
                <a:cs typeface="Mate"/>
                <a:sym typeface="Mate"/>
              </a:rPr>
              <a:t>By developing a robust intermediate code generation system, the project can provide a competitive advantage to companies in these industries by reducing development time and costs while improving code efficiency. </a:t>
            </a:r>
            <a:endParaRPr sz="1800">
              <a:solidFill>
                <a:schemeClr val="lt1"/>
              </a:solidFill>
              <a:latin typeface="Mate"/>
              <a:ea typeface="Mate"/>
              <a:cs typeface="Mate"/>
              <a:sym typeface="Mate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ate"/>
              <a:ea typeface="Mate"/>
              <a:cs typeface="Mate"/>
              <a:sym typeface="Mate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te"/>
              <a:buChar char="●"/>
            </a:pPr>
            <a:r>
              <a:rPr lang="en-US" sz="1800">
                <a:solidFill>
                  <a:schemeClr val="lt1"/>
                </a:solidFill>
                <a:latin typeface="Mate"/>
                <a:ea typeface="Mate"/>
                <a:cs typeface="Mate"/>
                <a:sym typeface="Mate"/>
              </a:rPr>
              <a:t>The project can also be monetized through licensing and support services, as well as offering customized solutions for specific industry needs. </a:t>
            </a:r>
            <a:endParaRPr sz="1800">
              <a:solidFill>
                <a:schemeClr val="lt1"/>
              </a:solidFill>
              <a:latin typeface="Mate"/>
              <a:ea typeface="Mate"/>
              <a:cs typeface="Mate"/>
              <a:sym typeface="Mate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ate"/>
              <a:ea typeface="Mate"/>
              <a:cs typeface="Mate"/>
              <a:sym typeface="Mate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te"/>
              <a:buChar char="●"/>
            </a:pPr>
            <a:r>
              <a:rPr lang="en-US" sz="1800">
                <a:solidFill>
                  <a:schemeClr val="lt1"/>
                </a:solidFill>
                <a:latin typeface="Mate"/>
                <a:ea typeface="Mate"/>
                <a:cs typeface="Mate"/>
                <a:sym typeface="Mate"/>
              </a:rPr>
              <a:t>As open-source software, the project can benefit from community contributions, which can further enhance its functionality and reliability, leading to greater business prospects.</a:t>
            </a:r>
            <a:endParaRPr sz="1800">
              <a:solidFill>
                <a:schemeClr val="lt1"/>
              </a:solidFill>
              <a:latin typeface="Mate"/>
              <a:ea typeface="Mate"/>
              <a:cs typeface="Mate"/>
              <a:sym typeface="Mate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29"/>
          <p:cNvSpPr txBox="1"/>
          <p:nvPr>
            <p:ph type="title"/>
          </p:nvPr>
        </p:nvSpPr>
        <p:spPr>
          <a:xfrm>
            <a:off x="5990499" y="632329"/>
            <a:ext cx="5553600" cy="28845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Arial"/>
              <a:buNone/>
            </a:pPr>
            <a:r>
              <a:rPr lang="en-US" sz="4400">
                <a:latin typeface="Mate"/>
                <a:ea typeface="Mate"/>
                <a:cs typeface="Mate"/>
                <a:sym typeface="Mate"/>
              </a:rPr>
              <a:t>Future Prospects</a:t>
            </a:r>
            <a:endParaRPr sz="4400">
              <a:latin typeface="Mate"/>
              <a:ea typeface="Mate"/>
              <a:cs typeface="Mate"/>
              <a:sym typeface="Mate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30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Mate"/>
              <a:buNone/>
            </a:pPr>
            <a:r>
              <a:rPr lang="en-US"/>
              <a:t>Future</a:t>
            </a:r>
            <a:r>
              <a:rPr lang="en-US"/>
              <a:t> Prospects</a:t>
            </a:r>
            <a:endParaRPr/>
          </a:p>
        </p:txBody>
      </p:sp>
      <p:sp>
        <p:nvSpPr>
          <p:cNvPr id="322" name="Google Shape;322;p30"/>
          <p:cNvSpPr txBox="1"/>
          <p:nvPr/>
        </p:nvSpPr>
        <p:spPr>
          <a:xfrm>
            <a:off x="407975" y="1554475"/>
            <a:ext cx="10403100" cy="40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te"/>
              <a:buChar char="●"/>
            </a:pPr>
            <a:r>
              <a:rPr lang="en-US" sz="1800">
                <a:solidFill>
                  <a:schemeClr val="lt1"/>
                </a:solidFill>
                <a:latin typeface="Mate"/>
                <a:ea typeface="Mate"/>
                <a:cs typeface="Mate"/>
                <a:sym typeface="Mate"/>
              </a:rPr>
              <a:t>The project can be further extended to support more programming languages, making it more versatile and useful for a wider audience. </a:t>
            </a:r>
            <a:endParaRPr sz="1800">
              <a:solidFill>
                <a:schemeClr val="lt1"/>
              </a:solidFill>
              <a:latin typeface="Mate"/>
              <a:ea typeface="Mate"/>
              <a:cs typeface="Mate"/>
              <a:sym typeface="Mate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ate"/>
              <a:ea typeface="Mate"/>
              <a:cs typeface="Mate"/>
              <a:sym typeface="Mate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te"/>
              <a:buChar char="●"/>
            </a:pPr>
            <a:r>
              <a:rPr lang="en-US" sz="1800">
                <a:solidFill>
                  <a:schemeClr val="lt1"/>
                </a:solidFill>
                <a:latin typeface="Mate"/>
                <a:ea typeface="Mate"/>
                <a:cs typeface="Mate"/>
                <a:sym typeface="Mate"/>
              </a:rPr>
              <a:t>Integration with popular IDEs can make the process of intermediate code generation more streamlined and efficient. </a:t>
            </a:r>
            <a:endParaRPr sz="1800">
              <a:solidFill>
                <a:schemeClr val="lt1"/>
              </a:solidFill>
              <a:latin typeface="Mate"/>
              <a:ea typeface="Mate"/>
              <a:cs typeface="Mate"/>
              <a:sym typeface="Mate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ate"/>
              <a:ea typeface="Mate"/>
              <a:cs typeface="Mate"/>
              <a:sym typeface="Mate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te"/>
              <a:buChar char="●"/>
            </a:pPr>
            <a:r>
              <a:rPr lang="en-US" sz="1800">
                <a:solidFill>
                  <a:schemeClr val="lt1"/>
                </a:solidFill>
                <a:latin typeface="Mate"/>
                <a:ea typeface="Mate"/>
                <a:cs typeface="Mate"/>
                <a:sym typeface="Mate"/>
              </a:rPr>
              <a:t>The project can be further enhanced to include optimization techniques, which can improve the performance of generated code. </a:t>
            </a:r>
            <a:endParaRPr sz="1800">
              <a:solidFill>
                <a:schemeClr val="lt1"/>
              </a:solidFill>
              <a:latin typeface="Mate"/>
              <a:ea typeface="Mate"/>
              <a:cs typeface="Mate"/>
              <a:sym typeface="Mate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ate"/>
              <a:ea typeface="Mate"/>
              <a:cs typeface="Mate"/>
              <a:sym typeface="Mate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te"/>
              <a:buChar char="●"/>
            </a:pPr>
            <a:r>
              <a:rPr lang="en-US" sz="1800">
                <a:solidFill>
                  <a:schemeClr val="lt1"/>
                </a:solidFill>
                <a:latin typeface="Mate"/>
                <a:ea typeface="Mate"/>
                <a:cs typeface="Mate"/>
                <a:sym typeface="Mate"/>
              </a:rPr>
              <a:t>With the increasing popularity of web-based applications and cloud computing, the project can be adapted to work as a web service or API, allowing users to generate intermediate code online. </a:t>
            </a:r>
            <a:endParaRPr sz="1800">
              <a:solidFill>
                <a:schemeClr val="lt1"/>
              </a:solidFill>
              <a:latin typeface="Mate"/>
              <a:ea typeface="Mate"/>
              <a:cs typeface="Mate"/>
              <a:sym typeface="Mate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ate"/>
              <a:ea typeface="Mate"/>
              <a:cs typeface="Mate"/>
              <a:sym typeface="Mate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te"/>
              <a:buChar char="●"/>
            </a:pPr>
            <a:r>
              <a:rPr lang="en-US" sz="1800">
                <a:solidFill>
                  <a:schemeClr val="lt1"/>
                </a:solidFill>
                <a:latin typeface="Mate"/>
                <a:ea typeface="Mate"/>
                <a:cs typeface="Mate"/>
                <a:sym typeface="Mate"/>
              </a:rPr>
              <a:t>The project can be used as a starting point for further research in the field of compiler design and optimization, making it a valuable resource for students and researchers alike.</a:t>
            </a:r>
            <a:endParaRPr sz="1800">
              <a:solidFill>
                <a:schemeClr val="lt1"/>
              </a:solidFill>
              <a:latin typeface="Mate"/>
              <a:ea typeface="Mate"/>
              <a:cs typeface="Mate"/>
              <a:sym typeface="Mate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31"/>
          <p:cNvSpPr txBox="1"/>
          <p:nvPr>
            <p:ph type="title"/>
          </p:nvPr>
        </p:nvSpPr>
        <p:spPr>
          <a:xfrm>
            <a:off x="5990499" y="632329"/>
            <a:ext cx="5553600" cy="28845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Arial"/>
              <a:buNone/>
            </a:pPr>
            <a:r>
              <a:rPr lang="en-US" sz="4400">
                <a:latin typeface="Mate"/>
                <a:ea typeface="Mate"/>
                <a:cs typeface="Mate"/>
                <a:sym typeface="Mate"/>
              </a:rPr>
              <a:t>Conclusion</a:t>
            </a:r>
            <a:endParaRPr sz="4400">
              <a:latin typeface="Mate"/>
              <a:ea typeface="Mate"/>
              <a:cs typeface="Mate"/>
              <a:sym typeface="Mate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32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Mate"/>
              <a:buNone/>
            </a:pPr>
            <a:r>
              <a:rPr lang="en-US"/>
              <a:t>Conclusion</a:t>
            </a:r>
            <a:endParaRPr/>
          </a:p>
        </p:txBody>
      </p:sp>
      <p:sp>
        <p:nvSpPr>
          <p:cNvPr id="333" name="Google Shape;333;p32"/>
          <p:cNvSpPr txBox="1"/>
          <p:nvPr/>
        </p:nvSpPr>
        <p:spPr>
          <a:xfrm>
            <a:off x="966600" y="1554475"/>
            <a:ext cx="10258800" cy="40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te"/>
              <a:buChar char="●"/>
            </a:pPr>
            <a:r>
              <a:rPr lang="en-US" sz="1800">
                <a:solidFill>
                  <a:schemeClr val="lt1"/>
                </a:solidFill>
                <a:latin typeface="Mate"/>
                <a:ea typeface="Mate"/>
                <a:cs typeface="Mate"/>
                <a:sym typeface="Mate"/>
              </a:rPr>
              <a:t>In conclusion, the intermediate code generation project aims to automate the process of converting high-level code into machine-executable code. </a:t>
            </a:r>
            <a:endParaRPr sz="1800">
              <a:solidFill>
                <a:schemeClr val="lt1"/>
              </a:solidFill>
              <a:latin typeface="Mate"/>
              <a:ea typeface="Mate"/>
              <a:cs typeface="Mate"/>
              <a:sym typeface="Mate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ate"/>
              <a:ea typeface="Mate"/>
              <a:cs typeface="Mate"/>
              <a:sym typeface="Mate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te"/>
              <a:buChar char="●"/>
            </a:pPr>
            <a:r>
              <a:rPr lang="en-US" sz="1800">
                <a:solidFill>
                  <a:schemeClr val="lt1"/>
                </a:solidFill>
                <a:latin typeface="Mate"/>
                <a:ea typeface="Mate"/>
                <a:cs typeface="Mate"/>
                <a:sym typeface="Mate"/>
              </a:rPr>
              <a:t>The project uses Python and Django as the primary technologies for the front-end and back-end respectively. </a:t>
            </a:r>
            <a:endParaRPr sz="1800">
              <a:solidFill>
                <a:schemeClr val="lt1"/>
              </a:solidFill>
              <a:latin typeface="Mate"/>
              <a:ea typeface="Mate"/>
              <a:cs typeface="Mate"/>
              <a:sym typeface="Mate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ate"/>
              <a:ea typeface="Mate"/>
              <a:cs typeface="Mate"/>
              <a:sym typeface="Mate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te"/>
              <a:buChar char="●"/>
            </a:pPr>
            <a:r>
              <a:rPr lang="en-US" sz="1800">
                <a:solidFill>
                  <a:schemeClr val="lt1"/>
                </a:solidFill>
                <a:latin typeface="Mate"/>
                <a:ea typeface="Mate"/>
                <a:cs typeface="Mate"/>
                <a:sym typeface="Mate"/>
              </a:rPr>
              <a:t>The project has several business prospects, such as reducing the cost of software development and improving software quality. </a:t>
            </a:r>
            <a:endParaRPr sz="1800">
              <a:solidFill>
                <a:schemeClr val="lt1"/>
              </a:solidFill>
              <a:latin typeface="Mate"/>
              <a:ea typeface="Mate"/>
              <a:cs typeface="Mate"/>
              <a:sym typeface="Mate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ate"/>
              <a:ea typeface="Mate"/>
              <a:cs typeface="Mate"/>
              <a:sym typeface="Mate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te"/>
              <a:buChar char="●"/>
            </a:pPr>
            <a:r>
              <a:rPr lang="en-US" sz="1800">
                <a:solidFill>
                  <a:schemeClr val="lt1"/>
                </a:solidFill>
                <a:latin typeface="Mate"/>
                <a:ea typeface="Mate"/>
                <a:cs typeface="Mate"/>
                <a:sym typeface="Mate"/>
              </a:rPr>
              <a:t>The future prospects of the project are bright, with the possibility of incorporating advanced machine learning techniques for more accurate code generation. </a:t>
            </a:r>
            <a:endParaRPr sz="1800">
              <a:solidFill>
                <a:schemeClr val="lt1"/>
              </a:solidFill>
              <a:latin typeface="Mate"/>
              <a:ea typeface="Mate"/>
              <a:cs typeface="Mate"/>
              <a:sym typeface="Mate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ate"/>
              <a:ea typeface="Mate"/>
              <a:cs typeface="Mate"/>
              <a:sym typeface="Mate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te"/>
              <a:buChar char="●"/>
            </a:pPr>
            <a:r>
              <a:rPr lang="en-US" sz="1800">
                <a:solidFill>
                  <a:schemeClr val="lt1"/>
                </a:solidFill>
                <a:latin typeface="Mate"/>
                <a:ea typeface="Mate"/>
                <a:cs typeface="Mate"/>
                <a:sym typeface="Mate"/>
              </a:rPr>
              <a:t>Overall, this project has the potential to revolutionize the way software development is done, making it faster, cheaper, and more efficient.</a:t>
            </a:r>
            <a:endParaRPr sz="1800">
              <a:solidFill>
                <a:schemeClr val="lt1"/>
              </a:solidFill>
              <a:latin typeface="Mate"/>
              <a:ea typeface="Mate"/>
              <a:cs typeface="Mate"/>
              <a:sym typeface="Mate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33"/>
          <p:cNvSpPr txBox="1"/>
          <p:nvPr>
            <p:ph type="title"/>
          </p:nvPr>
        </p:nvSpPr>
        <p:spPr>
          <a:xfrm>
            <a:off x="6096000" y="1703538"/>
            <a:ext cx="5055698" cy="13255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Mate"/>
              <a:buNone/>
            </a:pPr>
            <a:r>
              <a:rPr lang="en-US"/>
              <a:t>Thank you</a:t>
            </a:r>
            <a:endParaRPr/>
          </a:p>
        </p:txBody>
      </p:sp>
      <p:pic>
        <p:nvPicPr>
          <p:cNvPr descr="People working in office" id="339" name="Google Shape;339;p33"/>
          <p:cNvPicPr preferRelativeResize="0"/>
          <p:nvPr>
            <p:ph idx="3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1110" y="2493385"/>
            <a:ext cx="1465840" cy="1289394"/>
          </a:xfrm>
          <a:prstGeom prst="hexagon">
            <a:avLst>
              <a:gd fmla="val 28349" name="adj"/>
              <a:gd fmla="val 115470" name="vf"/>
            </a:avLst>
          </a:prstGeom>
          <a:noFill/>
          <a:ln>
            <a:noFill/>
          </a:ln>
        </p:spPr>
      </p:pic>
      <p:pic>
        <p:nvPicPr>
          <p:cNvPr descr="People in an office discussing work over a laptop&#10;" id="340" name="Google Shape;340;p33"/>
          <p:cNvPicPr preferRelativeResize="0"/>
          <p:nvPr>
            <p:ph idx="2" type="pic"/>
          </p:nvPr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754948" y="2502098"/>
            <a:ext cx="1465840" cy="1289394"/>
          </a:xfrm>
          <a:prstGeom prst="hexagon">
            <a:avLst>
              <a:gd fmla="val 28349" name="adj"/>
              <a:gd fmla="val 115470" name="vf"/>
            </a:avLst>
          </a:prstGeom>
          <a:noFill/>
          <a:ln>
            <a:noFill/>
          </a:ln>
        </p:spPr>
      </p:pic>
      <p:pic>
        <p:nvPicPr>
          <p:cNvPr descr="Layout of website design sketches on white paper" id="341" name="Google Shape;341;p33"/>
          <p:cNvPicPr preferRelativeResize="0"/>
          <p:nvPr>
            <p:ph idx="5" type="pic"/>
          </p:nvPr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948599" y="3194928"/>
            <a:ext cx="1465840" cy="1289394"/>
          </a:xfrm>
          <a:prstGeom prst="hexagon">
            <a:avLst>
              <a:gd fmla="val 28349" name="adj"/>
              <a:gd fmla="val 115470" name="vf"/>
            </a:avLst>
          </a:prstGeom>
          <a:noFill/>
          <a:ln>
            <a:noFill/>
          </a:ln>
        </p:spPr>
      </p:pic>
      <p:pic>
        <p:nvPicPr>
          <p:cNvPr descr="Businesswoman reviewing sticky notes on a wall" id="342" name="Google Shape;342;p33"/>
          <p:cNvPicPr preferRelativeResize="0"/>
          <p:nvPr>
            <p:ph idx="4" type="pic"/>
          </p:nvPr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151412" y="5238680"/>
            <a:ext cx="1465840" cy="1289394"/>
          </a:xfrm>
          <a:prstGeom prst="hexagon">
            <a:avLst>
              <a:gd fmla="val 28349" name="adj"/>
              <a:gd fmla="val 115470" name="vf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主题​​">
  <a:themeElements>
    <a:clrScheme name="Custom 7">
      <a:dk1>
        <a:srgbClr val="000000"/>
      </a:dk1>
      <a:lt1>
        <a:srgbClr val="FFFFFF"/>
      </a:lt1>
      <a:dk2>
        <a:srgbClr val="0F253E"/>
      </a:dk2>
      <a:lt2>
        <a:srgbClr val="E7E6E6"/>
      </a:lt2>
      <a:accent1>
        <a:srgbClr val="4472C4"/>
      </a:accent1>
      <a:accent2>
        <a:srgbClr val="B83903"/>
      </a:accent2>
      <a:accent3>
        <a:srgbClr val="75262A"/>
      </a:accent3>
      <a:accent4>
        <a:srgbClr val="F79320"/>
      </a:accent4>
      <a:accent5>
        <a:srgbClr val="44668D"/>
      </a:accent5>
      <a:accent6>
        <a:srgbClr val="0F253E"/>
      </a:accent6>
      <a:hlink>
        <a:srgbClr val="AEC0D9"/>
      </a:hlink>
      <a:folHlink>
        <a:srgbClr val="B83903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